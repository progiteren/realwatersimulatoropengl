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4928617"/>
            <a:ext cx="12191695" cy="292605"/>
          </a:xfrm>
          <a:custGeom>
            <a:avLst/>
            <a:gdLst/>
            <a:ahLst/>
            <a:cxnLst/>
            <a:rect l="l" t="t" r="r" b="b"/>
            <a:pathLst>
              <a:path w="12191695" h="292605">
                <a:moveTo>
                  <a:pt x="0" y="89329"/>
                </a:moveTo>
                <a:lnTo>
                  <a:pt x="87083" y="71756"/>
                </a:lnTo>
                <a:lnTo>
                  <a:pt x="174167" y="55532"/>
                </a:lnTo>
                <a:lnTo>
                  <a:pt x="261250" y="40952"/>
                </a:lnTo>
                <a:lnTo>
                  <a:pt x="348334" y="28278"/>
                </a:lnTo>
                <a:lnTo>
                  <a:pt x="435417" y="17741"/>
                </a:lnTo>
                <a:lnTo>
                  <a:pt x="522501" y="9530"/>
                </a:lnTo>
                <a:lnTo>
                  <a:pt x="609584" y="3795"/>
                </a:lnTo>
                <a:lnTo>
                  <a:pt x="696668" y="640"/>
                </a:lnTo>
                <a:lnTo>
                  <a:pt x="783751" y="121"/>
                </a:lnTo>
                <a:lnTo>
                  <a:pt x="870835" y="2248"/>
                </a:lnTo>
                <a:lnTo>
                  <a:pt x="957918" y="6983"/>
                </a:lnTo>
                <a:lnTo>
                  <a:pt x="1045002" y="14239"/>
                </a:lnTo>
                <a:lnTo>
                  <a:pt x="1132085" y="23886"/>
                </a:lnTo>
                <a:lnTo>
                  <a:pt x="1219169" y="35749"/>
                </a:lnTo>
                <a:lnTo>
                  <a:pt x="1306253" y="49612"/>
                </a:lnTo>
                <a:lnTo>
                  <a:pt x="1393336" y="65226"/>
                </a:lnTo>
                <a:lnTo>
                  <a:pt x="1480420" y="82307"/>
                </a:lnTo>
                <a:lnTo>
                  <a:pt x="1567503" y="100547"/>
                </a:lnTo>
                <a:lnTo>
                  <a:pt x="1654587" y="119615"/>
                </a:lnTo>
                <a:lnTo>
                  <a:pt x="1741670" y="139166"/>
                </a:lnTo>
                <a:lnTo>
                  <a:pt x="1828754" y="158846"/>
                </a:lnTo>
                <a:lnTo>
                  <a:pt x="1915837" y="178299"/>
                </a:lnTo>
                <a:lnTo>
                  <a:pt x="2002921" y="197173"/>
                </a:lnTo>
                <a:lnTo>
                  <a:pt x="2090004" y="215126"/>
                </a:lnTo>
                <a:lnTo>
                  <a:pt x="2177088" y="231833"/>
                </a:lnTo>
                <a:lnTo>
                  <a:pt x="2264171" y="246993"/>
                </a:lnTo>
                <a:lnTo>
                  <a:pt x="2351255" y="260329"/>
                </a:lnTo>
                <a:lnTo>
                  <a:pt x="2438339" y="271602"/>
                </a:lnTo>
                <a:lnTo>
                  <a:pt x="2525422" y="280607"/>
                </a:lnTo>
                <a:lnTo>
                  <a:pt x="2612506" y="287181"/>
                </a:lnTo>
                <a:lnTo>
                  <a:pt x="2699589" y="291204"/>
                </a:lnTo>
                <a:lnTo>
                  <a:pt x="2786673" y="292605"/>
                </a:lnTo>
                <a:lnTo>
                  <a:pt x="2873756" y="291358"/>
                </a:lnTo>
                <a:lnTo>
                  <a:pt x="2960840" y="287486"/>
                </a:lnTo>
                <a:lnTo>
                  <a:pt x="3047923" y="281057"/>
                </a:lnTo>
                <a:lnTo>
                  <a:pt x="3135007" y="272190"/>
                </a:lnTo>
                <a:lnTo>
                  <a:pt x="3222090" y="261044"/>
                </a:lnTo>
                <a:lnTo>
                  <a:pt x="3309174" y="247821"/>
                </a:lnTo>
                <a:lnTo>
                  <a:pt x="3396257" y="232761"/>
                </a:lnTo>
                <a:lnTo>
                  <a:pt x="3483341" y="216136"/>
                </a:lnTo>
                <a:lnTo>
                  <a:pt x="3570425" y="198246"/>
                </a:lnTo>
                <a:lnTo>
                  <a:pt x="3657508" y="179417"/>
                </a:lnTo>
                <a:lnTo>
                  <a:pt x="3744592" y="159988"/>
                </a:lnTo>
                <a:lnTo>
                  <a:pt x="3831675" y="140311"/>
                </a:lnTo>
                <a:lnTo>
                  <a:pt x="3918759" y="120743"/>
                </a:lnTo>
                <a:lnTo>
                  <a:pt x="4005842" y="101638"/>
                </a:lnTo>
                <a:lnTo>
                  <a:pt x="4092926" y="83341"/>
                </a:lnTo>
                <a:lnTo>
                  <a:pt x="4180009" y="66183"/>
                </a:lnTo>
                <a:lnTo>
                  <a:pt x="4267093" y="50476"/>
                </a:lnTo>
                <a:lnTo>
                  <a:pt x="4354176" y="36503"/>
                </a:lnTo>
                <a:lnTo>
                  <a:pt x="4441260" y="24518"/>
                </a:lnTo>
                <a:lnTo>
                  <a:pt x="4528343" y="14737"/>
                </a:lnTo>
                <a:lnTo>
                  <a:pt x="4615427" y="7337"/>
                </a:lnTo>
                <a:lnTo>
                  <a:pt x="4702511" y="2453"/>
                </a:lnTo>
                <a:lnTo>
                  <a:pt x="4789594" y="173"/>
                </a:lnTo>
                <a:lnTo>
                  <a:pt x="4876678" y="537"/>
                </a:lnTo>
                <a:lnTo>
                  <a:pt x="4963761" y="3540"/>
                </a:lnTo>
                <a:lnTo>
                  <a:pt x="5050845" y="9127"/>
                </a:lnTo>
                <a:lnTo>
                  <a:pt x="5137928" y="17197"/>
                </a:lnTo>
                <a:lnTo>
                  <a:pt x="5225012" y="27604"/>
                </a:lnTo>
                <a:lnTo>
                  <a:pt x="5312095" y="40159"/>
                </a:lnTo>
                <a:lnTo>
                  <a:pt x="5399179" y="54636"/>
                </a:lnTo>
                <a:lnTo>
                  <a:pt x="5486262" y="70772"/>
                </a:lnTo>
                <a:lnTo>
                  <a:pt x="5573346" y="88275"/>
                </a:lnTo>
                <a:lnTo>
                  <a:pt x="5660429" y="106828"/>
                </a:lnTo>
                <a:lnTo>
                  <a:pt x="5747513" y="126096"/>
                </a:lnTo>
                <a:lnTo>
                  <a:pt x="5834596" y="145729"/>
                </a:lnTo>
                <a:lnTo>
                  <a:pt x="5921680" y="165373"/>
                </a:lnTo>
                <a:lnTo>
                  <a:pt x="6008764" y="184672"/>
                </a:lnTo>
                <a:lnTo>
                  <a:pt x="6095847" y="203276"/>
                </a:lnTo>
                <a:lnTo>
                  <a:pt x="6182931" y="220849"/>
                </a:lnTo>
                <a:lnTo>
                  <a:pt x="6270014" y="237073"/>
                </a:lnTo>
                <a:lnTo>
                  <a:pt x="6357098" y="251653"/>
                </a:lnTo>
                <a:lnTo>
                  <a:pt x="6444181" y="264327"/>
                </a:lnTo>
                <a:lnTo>
                  <a:pt x="6531265" y="274864"/>
                </a:lnTo>
                <a:lnTo>
                  <a:pt x="6618348" y="283075"/>
                </a:lnTo>
                <a:lnTo>
                  <a:pt x="6705432" y="288810"/>
                </a:lnTo>
                <a:lnTo>
                  <a:pt x="6792515" y="291965"/>
                </a:lnTo>
                <a:lnTo>
                  <a:pt x="6879599" y="292484"/>
                </a:lnTo>
                <a:lnTo>
                  <a:pt x="6966682" y="290357"/>
                </a:lnTo>
                <a:lnTo>
                  <a:pt x="7053766" y="285622"/>
                </a:lnTo>
                <a:lnTo>
                  <a:pt x="7140850" y="278366"/>
                </a:lnTo>
                <a:lnTo>
                  <a:pt x="7227933" y="268719"/>
                </a:lnTo>
                <a:lnTo>
                  <a:pt x="7315017" y="256856"/>
                </a:lnTo>
                <a:lnTo>
                  <a:pt x="7402100" y="242993"/>
                </a:lnTo>
                <a:lnTo>
                  <a:pt x="7489184" y="227379"/>
                </a:lnTo>
                <a:lnTo>
                  <a:pt x="7576267" y="210298"/>
                </a:lnTo>
                <a:lnTo>
                  <a:pt x="7663351" y="192058"/>
                </a:lnTo>
                <a:lnTo>
                  <a:pt x="7750434" y="172990"/>
                </a:lnTo>
                <a:lnTo>
                  <a:pt x="7837518" y="153439"/>
                </a:lnTo>
                <a:lnTo>
                  <a:pt x="7924601" y="133759"/>
                </a:lnTo>
                <a:lnTo>
                  <a:pt x="8011685" y="114306"/>
                </a:lnTo>
                <a:lnTo>
                  <a:pt x="8098768" y="95432"/>
                </a:lnTo>
                <a:lnTo>
                  <a:pt x="8185852" y="77479"/>
                </a:lnTo>
                <a:lnTo>
                  <a:pt x="8272936" y="60772"/>
                </a:lnTo>
                <a:lnTo>
                  <a:pt x="8360019" y="45612"/>
                </a:lnTo>
                <a:lnTo>
                  <a:pt x="8447103" y="32276"/>
                </a:lnTo>
                <a:lnTo>
                  <a:pt x="8534186" y="21003"/>
                </a:lnTo>
                <a:lnTo>
                  <a:pt x="8621270" y="11998"/>
                </a:lnTo>
                <a:lnTo>
                  <a:pt x="8708353" y="5424"/>
                </a:lnTo>
                <a:lnTo>
                  <a:pt x="8795437" y="1401"/>
                </a:lnTo>
                <a:lnTo>
                  <a:pt x="8882520" y="0"/>
                </a:lnTo>
                <a:lnTo>
                  <a:pt x="8969604" y="1247"/>
                </a:lnTo>
                <a:lnTo>
                  <a:pt x="9056687" y="5119"/>
                </a:lnTo>
                <a:lnTo>
                  <a:pt x="9143771" y="11548"/>
                </a:lnTo>
                <a:lnTo>
                  <a:pt x="9230854" y="20415"/>
                </a:lnTo>
                <a:lnTo>
                  <a:pt x="9317938" y="31561"/>
                </a:lnTo>
                <a:lnTo>
                  <a:pt x="9405022" y="44784"/>
                </a:lnTo>
                <a:lnTo>
                  <a:pt x="9492105" y="59844"/>
                </a:lnTo>
                <a:lnTo>
                  <a:pt x="9579189" y="76469"/>
                </a:lnTo>
                <a:lnTo>
                  <a:pt x="9666272" y="94359"/>
                </a:lnTo>
                <a:lnTo>
                  <a:pt x="9753356" y="113188"/>
                </a:lnTo>
                <a:lnTo>
                  <a:pt x="9840439" y="132617"/>
                </a:lnTo>
                <a:lnTo>
                  <a:pt x="9927523" y="152294"/>
                </a:lnTo>
                <a:lnTo>
                  <a:pt x="10014606" y="171862"/>
                </a:lnTo>
                <a:lnTo>
                  <a:pt x="10101690" y="190967"/>
                </a:lnTo>
                <a:lnTo>
                  <a:pt x="10188773" y="209264"/>
                </a:lnTo>
                <a:lnTo>
                  <a:pt x="10275857" y="226422"/>
                </a:lnTo>
                <a:lnTo>
                  <a:pt x="10362940" y="242129"/>
                </a:lnTo>
                <a:lnTo>
                  <a:pt x="10450024" y="256102"/>
                </a:lnTo>
                <a:lnTo>
                  <a:pt x="10537107" y="268087"/>
                </a:lnTo>
                <a:lnTo>
                  <a:pt x="10624191" y="277868"/>
                </a:lnTo>
                <a:lnTo>
                  <a:pt x="10711275" y="285268"/>
                </a:lnTo>
                <a:lnTo>
                  <a:pt x="10798358" y="290152"/>
                </a:lnTo>
                <a:lnTo>
                  <a:pt x="10885442" y="292432"/>
                </a:lnTo>
                <a:lnTo>
                  <a:pt x="10972525" y="292068"/>
                </a:lnTo>
                <a:lnTo>
                  <a:pt x="11059609" y="289065"/>
                </a:lnTo>
                <a:lnTo>
                  <a:pt x="11146692" y="283478"/>
                </a:lnTo>
                <a:lnTo>
                  <a:pt x="11233776" y="275408"/>
                </a:lnTo>
                <a:lnTo>
                  <a:pt x="11320859" y="265001"/>
                </a:lnTo>
                <a:lnTo>
                  <a:pt x="11407943" y="252446"/>
                </a:lnTo>
                <a:lnTo>
                  <a:pt x="11495026" y="237969"/>
                </a:lnTo>
                <a:lnTo>
                  <a:pt x="11582110" y="221833"/>
                </a:lnTo>
                <a:lnTo>
                  <a:pt x="11669193" y="204330"/>
                </a:lnTo>
                <a:lnTo>
                  <a:pt x="11756277" y="185777"/>
                </a:lnTo>
                <a:lnTo>
                  <a:pt x="11843361" y="166509"/>
                </a:lnTo>
                <a:lnTo>
                  <a:pt x="11930444" y="146876"/>
                </a:lnTo>
                <a:lnTo>
                  <a:pt x="12017528" y="127232"/>
                </a:lnTo>
                <a:lnTo>
                  <a:pt x="12104611" y="107933"/>
                </a:lnTo>
                <a:lnTo>
                  <a:pt x="12191695" y="89329"/>
                </a:lnTo>
              </a:path>
            </a:pathLst>
          </a:custGeom>
          <a:noFill/>
          <a:ln w="25400">
            <a:solidFill>
              <a:srgbClr val="1E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239608"/>
            <a:ext cx="12191695" cy="402239"/>
          </a:xfrm>
          <a:custGeom>
            <a:avLst/>
            <a:gdLst/>
            <a:ahLst/>
            <a:cxnLst/>
            <a:rect l="l" t="t" r="r" b="b"/>
            <a:pathLst>
              <a:path w="12191695" h="402239">
                <a:moveTo>
                  <a:pt x="0" y="21789"/>
                </a:moveTo>
                <a:lnTo>
                  <a:pt x="87083" y="13341"/>
                </a:lnTo>
                <a:lnTo>
                  <a:pt x="174167" y="6892"/>
                </a:lnTo>
                <a:lnTo>
                  <a:pt x="261250" y="2509"/>
                </a:lnTo>
                <a:lnTo>
                  <a:pt x="348334" y="241"/>
                </a:lnTo>
                <a:lnTo>
                  <a:pt x="435417" y="110"/>
                </a:lnTo>
                <a:lnTo>
                  <a:pt x="522501" y="2119"/>
                </a:lnTo>
                <a:lnTo>
                  <a:pt x="609584" y="6246"/>
                </a:lnTo>
                <a:lnTo>
                  <a:pt x="696668" y="12447"/>
                </a:lnTo>
                <a:lnTo>
                  <a:pt x="783751" y="20656"/>
                </a:lnTo>
                <a:lnTo>
                  <a:pt x="870835" y="30785"/>
                </a:lnTo>
                <a:lnTo>
                  <a:pt x="957918" y="42727"/>
                </a:lnTo>
                <a:lnTo>
                  <a:pt x="1045002" y="56356"/>
                </a:lnTo>
                <a:lnTo>
                  <a:pt x="1132085" y="71524"/>
                </a:lnTo>
                <a:lnTo>
                  <a:pt x="1219169" y="88072"/>
                </a:lnTo>
                <a:lnTo>
                  <a:pt x="1306253" y="105823"/>
                </a:lnTo>
                <a:lnTo>
                  <a:pt x="1393336" y="124587"/>
                </a:lnTo>
                <a:lnTo>
                  <a:pt x="1480420" y="144166"/>
                </a:lnTo>
                <a:lnTo>
                  <a:pt x="1567503" y="164351"/>
                </a:lnTo>
                <a:lnTo>
                  <a:pt x="1654587" y="184927"/>
                </a:lnTo>
                <a:lnTo>
                  <a:pt x="1741670" y="205674"/>
                </a:lnTo>
                <a:lnTo>
                  <a:pt x="1828754" y="226373"/>
                </a:lnTo>
                <a:lnTo>
                  <a:pt x="1915837" y="246802"/>
                </a:lnTo>
                <a:lnTo>
                  <a:pt x="2002921" y="266744"/>
                </a:lnTo>
                <a:lnTo>
                  <a:pt x="2090004" y="285988"/>
                </a:lnTo>
                <a:lnTo>
                  <a:pt x="2177088" y="304327"/>
                </a:lnTo>
                <a:lnTo>
                  <a:pt x="2264171" y="321567"/>
                </a:lnTo>
                <a:lnTo>
                  <a:pt x="2351255" y="337524"/>
                </a:lnTo>
                <a:lnTo>
                  <a:pt x="2438339" y="352029"/>
                </a:lnTo>
                <a:lnTo>
                  <a:pt x="2525422" y="364926"/>
                </a:lnTo>
                <a:lnTo>
                  <a:pt x="2612506" y="376080"/>
                </a:lnTo>
                <a:lnTo>
                  <a:pt x="2699589" y="385370"/>
                </a:lnTo>
                <a:lnTo>
                  <a:pt x="2786673" y="392698"/>
                </a:lnTo>
                <a:lnTo>
                  <a:pt x="2873756" y="397986"/>
                </a:lnTo>
                <a:lnTo>
                  <a:pt x="2960840" y="401178"/>
                </a:lnTo>
                <a:lnTo>
                  <a:pt x="3047923" y="402239"/>
                </a:lnTo>
                <a:lnTo>
                  <a:pt x="3135007" y="401160"/>
                </a:lnTo>
                <a:lnTo>
                  <a:pt x="3222090" y="397949"/>
                </a:lnTo>
                <a:lnTo>
                  <a:pt x="3309174" y="392644"/>
                </a:lnTo>
                <a:lnTo>
                  <a:pt x="3396257" y="385298"/>
                </a:lnTo>
                <a:lnTo>
                  <a:pt x="3483341" y="375992"/>
                </a:lnTo>
                <a:lnTo>
                  <a:pt x="3570425" y="364823"/>
                </a:lnTo>
                <a:lnTo>
                  <a:pt x="3657508" y="351911"/>
                </a:lnTo>
                <a:lnTo>
                  <a:pt x="3744592" y="337393"/>
                </a:lnTo>
                <a:lnTo>
                  <a:pt x="3831675" y="321424"/>
                </a:lnTo>
                <a:lnTo>
                  <a:pt x="3918759" y="304174"/>
                </a:lnTo>
                <a:lnTo>
                  <a:pt x="4005842" y="285826"/>
                </a:lnTo>
                <a:lnTo>
                  <a:pt x="4092926" y="266576"/>
                </a:lnTo>
                <a:lnTo>
                  <a:pt x="4180009" y="246629"/>
                </a:lnTo>
                <a:lnTo>
                  <a:pt x="4267093" y="226196"/>
                </a:lnTo>
                <a:lnTo>
                  <a:pt x="4354176" y="205496"/>
                </a:lnTo>
                <a:lnTo>
                  <a:pt x="4441260" y="184749"/>
                </a:lnTo>
                <a:lnTo>
                  <a:pt x="4528343" y="164176"/>
                </a:lnTo>
                <a:lnTo>
                  <a:pt x="4615427" y="143996"/>
                </a:lnTo>
                <a:lnTo>
                  <a:pt x="4702511" y="124423"/>
                </a:lnTo>
                <a:lnTo>
                  <a:pt x="4789594" y="105666"/>
                </a:lnTo>
                <a:lnTo>
                  <a:pt x="4876678" y="87925"/>
                </a:lnTo>
                <a:lnTo>
                  <a:pt x="4963761" y="71388"/>
                </a:lnTo>
                <a:lnTo>
                  <a:pt x="5050845" y="56232"/>
                </a:lnTo>
                <a:lnTo>
                  <a:pt x="5137928" y="42618"/>
                </a:lnTo>
                <a:lnTo>
                  <a:pt x="5225012" y="30690"/>
                </a:lnTo>
                <a:lnTo>
                  <a:pt x="5312095" y="20577"/>
                </a:lnTo>
                <a:lnTo>
                  <a:pt x="5399179" y="12385"/>
                </a:lnTo>
                <a:lnTo>
                  <a:pt x="5486262" y="6201"/>
                </a:lnTo>
                <a:lnTo>
                  <a:pt x="5573346" y="2093"/>
                </a:lnTo>
                <a:lnTo>
                  <a:pt x="5660429" y="102"/>
                </a:lnTo>
                <a:lnTo>
                  <a:pt x="5747513" y="251"/>
                </a:lnTo>
                <a:lnTo>
                  <a:pt x="5834596" y="2538"/>
                </a:lnTo>
                <a:lnTo>
                  <a:pt x="5921680" y="6938"/>
                </a:lnTo>
                <a:lnTo>
                  <a:pt x="6008764" y="13405"/>
                </a:lnTo>
                <a:lnTo>
                  <a:pt x="6095847" y="21870"/>
                </a:lnTo>
                <a:lnTo>
                  <a:pt x="6182931" y="32242"/>
                </a:lnTo>
                <a:lnTo>
                  <a:pt x="6270014" y="44412"/>
                </a:lnTo>
                <a:lnTo>
                  <a:pt x="6357098" y="58250"/>
                </a:lnTo>
                <a:lnTo>
                  <a:pt x="6444181" y="73608"/>
                </a:lnTo>
                <a:lnTo>
                  <a:pt x="6531265" y="90323"/>
                </a:lnTo>
                <a:lnTo>
                  <a:pt x="6618348" y="108217"/>
                </a:lnTo>
                <a:lnTo>
                  <a:pt x="6705432" y="127099"/>
                </a:lnTo>
                <a:lnTo>
                  <a:pt x="6792515" y="146769"/>
                </a:lnTo>
                <a:lnTo>
                  <a:pt x="6879599" y="167017"/>
                </a:lnTo>
                <a:lnTo>
                  <a:pt x="6966682" y="187628"/>
                </a:lnTo>
                <a:lnTo>
                  <a:pt x="7053766" y="208382"/>
                </a:lnTo>
                <a:lnTo>
                  <a:pt x="7140850" y="229057"/>
                </a:lnTo>
                <a:lnTo>
                  <a:pt x="7227933" y="249435"/>
                </a:lnTo>
                <a:lnTo>
                  <a:pt x="7315017" y="269298"/>
                </a:lnTo>
                <a:lnTo>
                  <a:pt x="7402100" y="288435"/>
                </a:lnTo>
                <a:lnTo>
                  <a:pt x="7489184" y="306642"/>
                </a:lnTo>
                <a:lnTo>
                  <a:pt x="7576267" y="323725"/>
                </a:lnTo>
                <a:lnTo>
                  <a:pt x="7663351" y="339502"/>
                </a:lnTo>
                <a:lnTo>
                  <a:pt x="7750434" y="353805"/>
                </a:lnTo>
                <a:lnTo>
                  <a:pt x="7837518" y="366483"/>
                </a:lnTo>
                <a:lnTo>
                  <a:pt x="7924601" y="377399"/>
                </a:lnTo>
                <a:lnTo>
                  <a:pt x="8011685" y="386439"/>
                </a:lnTo>
                <a:lnTo>
                  <a:pt x="8098768" y="393505"/>
                </a:lnTo>
                <a:lnTo>
                  <a:pt x="8185852" y="398522"/>
                </a:lnTo>
                <a:lnTo>
                  <a:pt x="8272936" y="401438"/>
                </a:lnTo>
                <a:lnTo>
                  <a:pt x="8360019" y="402220"/>
                </a:lnTo>
                <a:lnTo>
                  <a:pt x="8447103" y="400861"/>
                </a:lnTo>
                <a:lnTo>
                  <a:pt x="8534186" y="397375"/>
                </a:lnTo>
                <a:lnTo>
                  <a:pt x="8621270" y="391800"/>
                </a:lnTo>
                <a:lnTo>
                  <a:pt x="8708353" y="384194"/>
                </a:lnTo>
                <a:lnTo>
                  <a:pt x="8795437" y="374638"/>
                </a:lnTo>
                <a:lnTo>
                  <a:pt x="8882520" y="363235"/>
                </a:lnTo>
                <a:lnTo>
                  <a:pt x="8969604" y="350105"/>
                </a:lnTo>
                <a:lnTo>
                  <a:pt x="9056687" y="335389"/>
                </a:lnTo>
                <a:lnTo>
                  <a:pt x="9143771" y="319243"/>
                </a:lnTo>
                <a:lnTo>
                  <a:pt x="9230854" y="301839"/>
                </a:lnTo>
                <a:lnTo>
                  <a:pt x="9317938" y="283362"/>
                </a:lnTo>
                <a:lnTo>
                  <a:pt x="9405022" y="264009"/>
                </a:lnTo>
                <a:lnTo>
                  <a:pt x="9492105" y="243986"/>
                </a:lnTo>
                <a:lnTo>
                  <a:pt x="9579189" y="223507"/>
                </a:lnTo>
                <a:lnTo>
                  <a:pt x="9666272" y="202788"/>
                </a:lnTo>
                <a:lnTo>
                  <a:pt x="9753356" y="182051"/>
                </a:lnTo>
                <a:lnTo>
                  <a:pt x="9840439" y="161517"/>
                </a:lnTo>
                <a:lnTo>
                  <a:pt x="9927523" y="141404"/>
                </a:lnTo>
                <a:lnTo>
                  <a:pt x="10014606" y="121926"/>
                </a:lnTo>
                <a:lnTo>
                  <a:pt x="10101690" y="103290"/>
                </a:lnTo>
                <a:lnTo>
                  <a:pt x="10188773" y="85696"/>
                </a:lnTo>
                <a:lnTo>
                  <a:pt x="10275857" y="69329"/>
                </a:lnTo>
                <a:lnTo>
                  <a:pt x="10362940" y="54365"/>
                </a:lnTo>
                <a:lnTo>
                  <a:pt x="10450024" y="40963"/>
                </a:lnTo>
                <a:lnTo>
                  <a:pt x="10537107" y="29266"/>
                </a:lnTo>
                <a:lnTo>
                  <a:pt x="10624191" y="19397"/>
                </a:lnTo>
                <a:lnTo>
                  <a:pt x="10711275" y="11463"/>
                </a:lnTo>
                <a:lnTo>
                  <a:pt x="10798358" y="5547"/>
                </a:lnTo>
                <a:lnTo>
                  <a:pt x="10885442" y="1712"/>
                </a:lnTo>
                <a:lnTo>
                  <a:pt x="10972525" y="0"/>
                </a:lnTo>
                <a:lnTo>
                  <a:pt x="11059609" y="428"/>
                </a:lnTo>
                <a:lnTo>
                  <a:pt x="11146692" y="2993"/>
                </a:lnTo>
                <a:lnTo>
                  <a:pt x="11233776" y="7666"/>
                </a:lnTo>
                <a:lnTo>
                  <a:pt x="11320859" y="14398"/>
                </a:lnTo>
                <a:lnTo>
                  <a:pt x="11407943" y="23117"/>
                </a:lnTo>
                <a:lnTo>
                  <a:pt x="11495026" y="33731"/>
                </a:lnTo>
                <a:lnTo>
                  <a:pt x="11582110" y="46126"/>
                </a:lnTo>
                <a:lnTo>
                  <a:pt x="11669193" y="60170"/>
                </a:lnTo>
                <a:lnTo>
                  <a:pt x="11756277" y="75715"/>
                </a:lnTo>
                <a:lnTo>
                  <a:pt x="11843361" y="92594"/>
                </a:lnTo>
                <a:lnTo>
                  <a:pt x="11930444" y="110628"/>
                </a:lnTo>
                <a:lnTo>
                  <a:pt x="12017528" y="129625"/>
                </a:lnTo>
                <a:lnTo>
                  <a:pt x="12104611" y="149382"/>
                </a:lnTo>
                <a:lnTo>
                  <a:pt x="12191695" y="169690"/>
                </a:lnTo>
              </a:path>
            </a:pathLst>
          </a:custGeom>
          <a:noFill/>
          <a:ln w="27940">
            <a:solidFill>
              <a:srgbClr val="2A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596130"/>
            <a:ext cx="12191695" cy="548593"/>
          </a:xfrm>
          <a:custGeom>
            <a:avLst/>
            <a:gdLst/>
            <a:ahLst/>
            <a:cxnLst/>
            <a:rect l="l" t="t" r="r" b="b"/>
            <a:pathLst>
              <a:path w="12191695" h="548593">
                <a:moveTo>
                  <a:pt x="0" y="274318"/>
                </a:moveTo>
                <a:lnTo>
                  <a:pt x="87083" y="253408"/>
                </a:lnTo>
                <a:lnTo>
                  <a:pt x="174167" y="232621"/>
                </a:lnTo>
                <a:lnTo>
                  <a:pt x="261250" y="212076"/>
                </a:lnTo>
                <a:lnTo>
                  <a:pt x="348334" y="191893"/>
                </a:lnTo>
                <a:lnTo>
                  <a:pt x="435417" y="172190"/>
                </a:lnTo>
                <a:lnTo>
                  <a:pt x="522501" y="153081"/>
                </a:lnTo>
                <a:lnTo>
                  <a:pt x="609584" y="134677"/>
                </a:lnTo>
                <a:lnTo>
                  <a:pt x="696668" y="117086"/>
                </a:lnTo>
                <a:lnTo>
                  <a:pt x="783751" y="100410"/>
                </a:lnTo>
                <a:lnTo>
                  <a:pt x="870835" y="84745"/>
                </a:lnTo>
                <a:lnTo>
                  <a:pt x="957918" y="70184"/>
                </a:lnTo>
                <a:lnTo>
                  <a:pt x="1045002" y="56810"/>
                </a:lnTo>
                <a:lnTo>
                  <a:pt x="1132085" y="44701"/>
                </a:lnTo>
                <a:lnTo>
                  <a:pt x="1219169" y="33929"/>
                </a:lnTo>
                <a:lnTo>
                  <a:pt x="1306253" y="24555"/>
                </a:lnTo>
                <a:lnTo>
                  <a:pt x="1393336" y="16635"/>
                </a:lnTo>
                <a:lnTo>
                  <a:pt x="1480420" y="10213"/>
                </a:lnTo>
                <a:lnTo>
                  <a:pt x="1567503" y="5329"/>
                </a:lnTo>
                <a:lnTo>
                  <a:pt x="1654587" y="2009"/>
                </a:lnTo>
                <a:lnTo>
                  <a:pt x="1741670" y="274"/>
                </a:lnTo>
                <a:lnTo>
                  <a:pt x="1828754" y="133"/>
                </a:lnTo>
                <a:lnTo>
                  <a:pt x="1915837" y="1587"/>
                </a:lnTo>
                <a:lnTo>
                  <a:pt x="2002921" y="4628"/>
                </a:lnTo>
                <a:lnTo>
                  <a:pt x="2090004" y="9239"/>
                </a:lnTo>
                <a:lnTo>
                  <a:pt x="2177088" y="15391"/>
                </a:lnTo>
                <a:lnTo>
                  <a:pt x="2264171" y="23051"/>
                </a:lnTo>
                <a:lnTo>
                  <a:pt x="2351255" y="32172"/>
                </a:lnTo>
                <a:lnTo>
                  <a:pt x="2438339" y="42701"/>
                </a:lnTo>
                <a:lnTo>
                  <a:pt x="2525422" y="54579"/>
                </a:lnTo>
                <a:lnTo>
                  <a:pt x="2612506" y="67735"/>
                </a:lnTo>
                <a:lnTo>
                  <a:pt x="2699589" y="82093"/>
                </a:lnTo>
                <a:lnTo>
                  <a:pt x="2786673" y="97569"/>
                </a:lnTo>
                <a:lnTo>
                  <a:pt x="2873756" y="114074"/>
                </a:lnTo>
                <a:lnTo>
                  <a:pt x="2960840" y="131511"/>
                </a:lnTo>
                <a:lnTo>
                  <a:pt x="3047923" y="149779"/>
                </a:lnTo>
                <a:lnTo>
                  <a:pt x="3135007" y="168771"/>
                </a:lnTo>
                <a:lnTo>
                  <a:pt x="3222090" y="188378"/>
                </a:lnTo>
                <a:lnTo>
                  <a:pt x="3309174" y="208485"/>
                </a:lnTo>
                <a:lnTo>
                  <a:pt x="3396257" y="228974"/>
                </a:lnTo>
                <a:lnTo>
                  <a:pt x="3483341" y="249728"/>
                </a:lnTo>
                <a:lnTo>
                  <a:pt x="3570425" y="270624"/>
                </a:lnTo>
                <a:lnTo>
                  <a:pt x="3657508" y="291542"/>
                </a:lnTo>
                <a:lnTo>
                  <a:pt x="3744592" y="312360"/>
                </a:lnTo>
                <a:lnTo>
                  <a:pt x="3831675" y="332956"/>
                </a:lnTo>
                <a:lnTo>
                  <a:pt x="3918759" y="353212"/>
                </a:lnTo>
                <a:lnTo>
                  <a:pt x="4005842" y="373008"/>
                </a:lnTo>
                <a:lnTo>
                  <a:pt x="4092926" y="392230"/>
                </a:lnTo>
                <a:lnTo>
                  <a:pt x="4180009" y="410766"/>
                </a:lnTo>
                <a:lnTo>
                  <a:pt x="4267093" y="428508"/>
                </a:lnTo>
                <a:lnTo>
                  <a:pt x="4354176" y="445353"/>
                </a:lnTo>
                <a:lnTo>
                  <a:pt x="4441260" y="461203"/>
                </a:lnTo>
                <a:lnTo>
                  <a:pt x="4528343" y="475966"/>
                </a:lnTo>
                <a:lnTo>
                  <a:pt x="4615427" y="489555"/>
                </a:lnTo>
                <a:lnTo>
                  <a:pt x="4702511" y="501892"/>
                </a:lnTo>
                <a:lnTo>
                  <a:pt x="4789594" y="512905"/>
                </a:lnTo>
                <a:lnTo>
                  <a:pt x="4876678" y="522530"/>
                </a:lnTo>
                <a:lnTo>
                  <a:pt x="4963761" y="530710"/>
                </a:lnTo>
                <a:lnTo>
                  <a:pt x="5050845" y="537399"/>
                </a:lnTo>
                <a:lnTo>
                  <a:pt x="5137928" y="542557"/>
                </a:lnTo>
                <a:lnTo>
                  <a:pt x="5225012" y="546155"/>
                </a:lnTo>
                <a:lnTo>
                  <a:pt x="5312095" y="548171"/>
                </a:lnTo>
                <a:lnTo>
                  <a:pt x="5399179" y="548593"/>
                </a:lnTo>
                <a:lnTo>
                  <a:pt x="5486262" y="547420"/>
                </a:lnTo>
                <a:lnTo>
                  <a:pt x="5573346" y="544658"/>
                </a:lnTo>
                <a:lnTo>
                  <a:pt x="5660429" y="540323"/>
                </a:lnTo>
                <a:lnTo>
                  <a:pt x="5747513" y="534440"/>
                </a:lnTo>
                <a:lnTo>
                  <a:pt x="5834596" y="527044"/>
                </a:lnTo>
                <a:lnTo>
                  <a:pt x="5921680" y="518177"/>
                </a:lnTo>
                <a:lnTo>
                  <a:pt x="6008764" y="507892"/>
                </a:lnTo>
                <a:lnTo>
                  <a:pt x="6095847" y="496247"/>
                </a:lnTo>
                <a:lnTo>
                  <a:pt x="6182931" y="483311"/>
                </a:lnTo>
                <a:lnTo>
                  <a:pt x="6270014" y="469160"/>
                </a:lnTo>
                <a:lnTo>
                  <a:pt x="6357098" y="453874"/>
                </a:lnTo>
                <a:lnTo>
                  <a:pt x="6444181" y="437544"/>
                </a:lnTo>
                <a:lnTo>
                  <a:pt x="6531265" y="420265"/>
                </a:lnTo>
                <a:lnTo>
                  <a:pt x="6618348" y="402136"/>
                </a:lnTo>
                <a:lnTo>
                  <a:pt x="6705432" y="383263"/>
                </a:lnTo>
                <a:lnTo>
                  <a:pt x="6792515" y="363757"/>
                </a:lnTo>
                <a:lnTo>
                  <a:pt x="6879599" y="343730"/>
                </a:lnTo>
                <a:lnTo>
                  <a:pt x="6966682" y="323299"/>
                </a:lnTo>
                <a:lnTo>
                  <a:pt x="7053766" y="302584"/>
                </a:lnTo>
                <a:lnTo>
                  <a:pt x="7140850" y="281703"/>
                </a:lnTo>
                <a:lnTo>
                  <a:pt x="7227933" y="260780"/>
                </a:lnTo>
                <a:lnTo>
                  <a:pt x="7315017" y="239936"/>
                </a:lnTo>
                <a:lnTo>
                  <a:pt x="7402100" y="219292"/>
                </a:lnTo>
                <a:lnTo>
                  <a:pt x="7489184" y="198968"/>
                </a:lnTo>
                <a:lnTo>
                  <a:pt x="7576267" y="179082"/>
                </a:lnTo>
                <a:lnTo>
                  <a:pt x="7663351" y="159750"/>
                </a:lnTo>
                <a:lnTo>
                  <a:pt x="7750434" y="141085"/>
                </a:lnTo>
                <a:lnTo>
                  <a:pt x="7837518" y="123195"/>
                </a:lnTo>
                <a:lnTo>
                  <a:pt x="7924601" y="106185"/>
                </a:lnTo>
                <a:lnTo>
                  <a:pt x="8011685" y="90152"/>
                </a:lnTo>
                <a:lnTo>
                  <a:pt x="8098768" y="75192"/>
                </a:lnTo>
                <a:lnTo>
                  <a:pt x="8185852" y="61389"/>
                </a:lnTo>
                <a:lnTo>
                  <a:pt x="8272936" y="48826"/>
                </a:lnTo>
                <a:lnTo>
                  <a:pt x="8360019" y="37574"/>
                </a:lnTo>
                <a:lnTo>
                  <a:pt x="8447103" y="27700"/>
                </a:lnTo>
                <a:lnTo>
                  <a:pt x="8534186" y="19261"/>
                </a:lnTo>
                <a:lnTo>
                  <a:pt x="8621270" y="12306"/>
                </a:lnTo>
                <a:lnTo>
                  <a:pt x="8708353" y="6875"/>
                </a:lnTo>
                <a:lnTo>
                  <a:pt x="8795437" y="3001"/>
                </a:lnTo>
                <a:lnTo>
                  <a:pt x="8882520" y="704"/>
                </a:lnTo>
                <a:lnTo>
                  <a:pt x="8969604" y="0"/>
                </a:lnTo>
                <a:lnTo>
                  <a:pt x="9056687" y="892"/>
                </a:lnTo>
                <a:lnTo>
                  <a:pt x="9143771" y="3375"/>
                </a:lnTo>
                <a:lnTo>
                  <a:pt x="9230854" y="7434"/>
                </a:lnTo>
                <a:lnTo>
                  <a:pt x="9317938" y="13046"/>
                </a:lnTo>
                <a:lnTo>
                  <a:pt x="9405022" y="20178"/>
                </a:lnTo>
                <a:lnTo>
                  <a:pt x="9492105" y="28789"/>
                </a:lnTo>
                <a:lnTo>
                  <a:pt x="9579189" y="38828"/>
                </a:lnTo>
                <a:lnTo>
                  <a:pt x="9666272" y="50237"/>
                </a:lnTo>
                <a:lnTo>
                  <a:pt x="9753356" y="62950"/>
                </a:lnTo>
                <a:lnTo>
                  <a:pt x="9840439" y="76893"/>
                </a:lnTo>
                <a:lnTo>
                  <a:pt x="9927523" y="91985"/>
                </a:lnTo>
                <a:lnTo>
                  <a:pt x="10014606" y="108137"/>
                </a:lnTo>
                <a:lnTo>
                  <a:pt x="10101690" y="125256"/>
                </a:lnTo>
                <a:lnTo>
                  <a:pt x="10188773" y="143243"/>
                </a:lnTo>
                <a:lnTo>
                  <a:pt x="10275857" y="161992"/>
                </a:lnTo>
                <a:lnTo>
                  <a:pt x="10362940" y="181395"/>
                </a:lnTo>
                <a:lnTo>
                  <a:pt x="10450024" y="201338"/>
                </a:lnTo>
                <a:lnTo>
                  <a:pt x="10537107" y="221706"/>
                </a:lnTo>
                <a:lnTo>
                  <a:pt x="10624191" y="242380"/>
                </a:lnTo>
                <a:lnTo>
                  <a:pt x="10711275" y="263240"/>
                </a:lnTo>
                <a:lnTo>
                  <a:pt x="10798358" y="284165"/>
                </a:lnTo>
                <a:lnTo>
                  <a:pt x="10885442" y="305032"/>
                </a:lnTo>
                <a:lnTo>
                  <a:pt x="10972525" y="325720"/>
                </a:lnTo>
                <a:lnTo>
                  <a:pt x="11059609" y="346109"/>
                </a:lnTo>
                <a:lnTo>
                  <a:pt x="11146692" y="366081"/>
                </a:lnTo>
                <a:lnTo>
                  <a:pt x="11233776" y="385518"/>
                </a:lnTo>
                <a:lnTo>
                  <a:pt x="11320859" y="404309"/>
                </a:lnTo>
                <a:lnTo>
                  <a:pt x="11407943" y="422344"/>
                </a:lnTo>
                <a:lnTo>
                  <a:pt x="11495026" y="439517"/>
                </a:lnTo>
                <a:lnTo>
                  <a:pt x="11582110" y="455729"/>
                </a:lnTo>
                <a:lnTo>
                  <a:pt x="11669193" y="470885"/>
                </a:lnTo>
                <a:lnTo>
                  <a:pt x="11756277" y="484898"/>
                </a:lnTo>
                <a:lnTo>
                  <a:pt x="11843361" y="497685"/>
                </a:lnTo>
                <a:lnTo>
                  <a:pt x="11930444" y="509173"/>
                </a:lnTo>
                <a:lnTo>
                  <a:pt x="12017528" y="519295"/>
                </a:lnTo>
                <a:lnTo>
                  <a:pt x="12104611" y="527991"/>
                </a:lnTo>
                <a:lnTo>
                  <a:pt x="12191695" y="535211"/>
                </a:lnTo>
              </a:path>
            </a:pathLst>
          </a:custGeom>
          <a:noFill/>
          <a:ln w="3556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EAF2FA"/>
                </a:solidFill>
                <a:latin typeface="Calibri Light"/>
              </a:rPr>
              <a:t>Real-Time Water Simulator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35808"/>
            <a:ext cx="1920240" cy="0"/>
          </a:xfrm>
          <a:prstGeom prst="line">
            <a:avLst/>
          </a:prstGeom>
          <a:ln w="3175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3200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57C7E8"/>
                </a:solidFill>
                <a:latin typeface="Calibri Light"/>
              </a:rPr>
              <a:t>Inside the build — a four-part architecture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4123944"/>
            <a:ext cx="146304" cy="146304"/>
          </a:xfrm>
          <a:prstGeom prst="ellipse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40233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3C56A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3624" y="4023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F2FA"/>
                </a:solidFill>
                <a:latin typeface="Calibri Light"/>
              </a:rPr>
              <a:t>Application Host</a:t>
            </a:r>
          </a:p>
        </p:txBody>
      </p:sp>
      <p:sp>
        <p:nvSpPr>
          <p:cNvPr id="12" name="Oval 11"/>
          <p:cNvSpPr/>
          <p:nvPr/>
        </p:nvSpPr>
        <p:spPr>
          <a:xfrm>
            <a:off x="3648456" y="4123944"/>
            <a:ext cx="146304" cy="146304"/>
          </a:xfrm>
          <a:prstGeom prst="ellipse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1064" y="40233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7C7E8"/>
                </a:solidFill>
                <a:latin typeface="Calibri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4023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F2FA"/>
                </a:solidFill>
                <a:latin typeface="Calibri Light"/>
              </a:rPr>
              <a:t>Ocean Simulation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9944" y="4123944"/>
            <a:ext cx="146304" cy="146304"/>
          </a:xfrm>
          <a:prstGeom prst="ellipse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40233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D8CFF"/>
                </a:solidFill>
                <a:latin typeface="Calibr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023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F2FA"/>
                </a:solidFill>
                <a:latin typeface="Calibri Light"/>
              </a:rPr>
              <a:t>Rendering Engine</a:t>
            </a:r>
          </a:p>
        </p:txBody>
      </p:sp>
      <p:sp>
        <p:nvSpPr>
          <p:cNvPr id="18" name="Oval 17"/>
          <p:cNvSpPr/>
          <p:nvPr/>
        </p:nvSpPr>
        <p:spPr>
          <a:xfrm>
            <a:off x="9171432" y="4123944"/>
            <a:ext cx="146304" cy="146304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40233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C0AE"/>
                </a:solidFill>
                <a:latin typeface="Calibr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4023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F2FA"/>
                </a:solidFill>
                <a:latin typeface="Calibri Light"/>
              </a:rPr>
              <a:t>Water Interactions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BA3BC"/>
                </a:solidFill>
                <a:latin typeface="Calibri"/>
              </a:rPr>
              <a:t>C++  ·  OpenGL 4.6 compute  ·  CMake, fully vendored  ·  100+ FPS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EAF2F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Four quarters, one frame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EAF2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32607" y="1920240"/>
            <a:ext cx="6126480" cy="114300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22225">
            <a:solidFill>
              <a:srgbClr val="F3C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32607" y="1920240"/>
            <a:ext cx="6126480" cy="109728"/>
          </a:xfrm>
          <a:prstGeom prst="rect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06927" y="221284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3C56A"/>
                </a:solidFill>
                <a:latin typeface="Calibri"/>
              </a:rPr>
              <a:t>Q1 · Application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6927" y="263347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BA3BC"/>
                </a:solidFill>
                <a:latin typeface="Calibri Light"/>
              </a:rPr>
              <a:t>the frame loop that creates, orders, and wires the other three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60520"/>
            <a:ext cx="32918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160520"/>
            <a:ext cx="3291840" cy="109728"/>
          </a:xfrm>
          <a:prstGeom prst="rect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47141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57C7E8"/>
                </a:solidFill>
                <a:latin typeface="Calibri"/>
              </a:rPr>
              <a:t>Q2 · Ocean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500176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the moving, lit water surface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3063240"/>
            <a:ext cx="0" cy="1097280"/>
          </a:xfrm>
          <a:prstGeom prst="line">
            <a:avLst/>
          </a:prstGeom>
          <a:ln w="20320">
            <a:solidFill>
              <a:srgbClr val="244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57699" y="4160520"/>
            <a:ext cx="32918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7699" y="4160520"/>
            <a:ext cx="3291840" cy="109728"/>
          </a:xfrm>
          <a:prstGeom prst="rect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7155" y="447141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9D8CFF"/>
                </a:solidFill>
                <a:latin typeface="Calibri"/>
              </a:rPr>
              <a:t>Q3 · Rendering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7155" y="500176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window, camera, shaders, models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3619" y="3063240"/>
            <a:ext cx="0" cy="1097280"/>
          </a:xfrm>
          <a:prstGeom prst="line">
            <a:avLst/>
          </a:prstGeom>
          <a:ln w="20320">
            <a:solidFill>
              <a:srgbClr val="244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6719" y="4160520"/>
            <a:ext cx="32918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4160520"/>
            <a:ext cx="3291840" cy="109728"/>
          </a:xfrm>
          <a:prstGeom prst="rect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447141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2AC0AE"/>
                </a:solidFill>
                <a:latin typeface="Calibri"/>
              </a:rPr>
              <a:t>Q4 · Water Interactions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500176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buoyancy, rain, wakes, rock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3063240"/>
            <a:ext cx="0" cy="1097280"/>
          </a:xfrm>
          <a:prstGeom prst="line">
            <a:avLst/>
          </a:prstGeom>
          <a:ln w="20320">
            <a:solidFill>
              <a:srgbClr val="244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EAF2FA"/>
                </a:solidFill>
                <a:latin typeface="Calibri Light"/>
              </a:rPr>
              <a:t>Q1 is the hub; the other three are spokes it instantiates and calls each frame.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6291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  · 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3C56A"/>
                </a:solidFill>
                <a:latin typeface="Calibri"/>
              </a:rPr>
              <a:t>Q1 · APPLICATION 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One loop, advanced in fixed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F3C5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10312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1284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68879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3C56A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26079"/>
            <a:ext cx="1664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keyboard + mouse, UI panel</a:t>
            </a:r>
          </a:p>
        </p:txBody>
      </p:sp>
      <p:sp>
        <p:nvSpPr>
          <p:cNvPr id="10" name="Chevron 9"/>
          <p:cNvSpPr/>
          <p:nvPr/>
        </p:nvSpPr>
        <p:spPr>
          <a:xfrm>
            <a:off x="2862072" y="2839212"/>
            <a:ext cx="182880" cy="310896"/>
          </a:xfrm>
          <a:prstGeom prst="chevron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44952" y="210312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21284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468879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3C56A"/>
                </a:solidFill>
                <a:latin typeface="Calibri"/>
              </a:rPr>
              <a:t>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2926079"/>
            <a:ext cx="1664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fixed 1/60 s:  ocean · wakes · steering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5038344" y="2839212"/>
            <a:ext cx="182880" cy="310896"/>
          </a:xfrm>
          <a:prstGeom prst="chevron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1224" y="210312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21284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468879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3C56A"/>
                </a:solidFill>
                <a:latin typeface="Calibri"/>
              </a:rPr>
              <a:t>READBACK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926079"/>
            <a:ext cx="1664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wave heights, one frame stale</a:t>
            </a:r>
          </a:p>
        </p:txBody>
      </p:sp>
      <p:sp>
        <p:nvSpPr>
          <p:cNvPr id="20" name="Chevron 19"/>
          <p:cNvSpPr/>
          <p:nvPr/>
        </p:nvSpPr>
        <p:spPr>
          <a:xfrm>
            <a:off x="7214616" y="2839212"/>
            <a:ext cx="182880" cy="310896"/>
          </a:xfrm>
          <a:prstGeom prst="chevron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10312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21284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468879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3C56A"/>
                </a:solidFill>
                <a:latin typeface="Calibri"/>
              </a:rPr>
              <a:t>BUOYANCY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926079"/>
            <a:ext cx="1664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float + tilt each boat</a:t>
            </a:r>
          </a:p>
        </p:txBody>
      </p:sp>
      <p:sp>
        <p:nvSpPr>
          <p:cNvPr id="25" name="Chevron 24"/>
          <p:cNvSpPr/>
          <p:nvPr/>
        </p:nvSpPr>
        <p:spPr>
          <a:xfrm>
            <a:off x="9390888" y="2839212"/>
            <a:ext cx="182880" cy="310896"/>
          </a:xfrm>
          <a:prstGeom prst="chevron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210312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221284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468879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3C56A"/>
                </a:solidFill>
                <a:latin typeface="Calibri"/>
              </a:rPr>
              <a:t>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926079"/>
            <a:ext cx="1664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ocean · objects · sky · rain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434840"/>
            <a:ext cx="5257800" cy="137160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617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3C56A"/>
                </a:solidFill>
                <a:latin typeface="Calibri"/>
              </a:rPr>
              <a:t>Fixed-timestep accumulator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01768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The sim advances in identical 1/60 s chunks — it looks the same at 30, 60, or 144 FPS instead of wobbling when the rate dips.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43484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617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3C56A"/>
                </a:solidFill>
                <a:latin typeface="Calibri"/>
              </a:rPr>
              <a:t>Build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0017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CMake with every dependency vendored in the tree — GLFW, GLAD, GLM, cgltf, ImGui. One command builds on Linux and Windows.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BA3BC"/>
                </a:solidFill>
                <a:latin typeface="Calibri"/>
              </a:rPr>
              <a:t>Q1 simulates nothing itself — it choreographs the departments and hands each one's output to the next.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291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  ·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Q2 · OCEAN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Statistics become a surface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011680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21408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77440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57C7E8"/>
                </a:solidFill>
                <a:latin typeface="Calibri"/>
              </a:rPr>
              <a:t>SPECTRUM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83464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which waves exist, how tall — a real wind-wave model, frozen once</a:t>
            </a:r>
          </a:p>
        </p:txBody>
      </p:sp>
      <p:sp>
        <p:nvSpPr>
          <p:cNvPr id="10" name="Chevron 9"/>
          <p:cNvSpPr/>
          <p:nvPr/>
        </p:nvSpPr>
        <p:spPr>
          <a:xfrm>
            <a:off x="4142232" y="2564892"/>
            <a:ext cx="18288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121408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77440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57C7E8"/>
                </a:solidFill>
                <a:latin typeface="Calibri"/>
              </a:rPr>
              <a:t>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83464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advance every wave in time by the dispersion relation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7662671" y="2564892"/>
            <a:ext cx="18288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9559" y="2011680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1" y="2121408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1" y="2377440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57C7E8"/>
                </a:solidFill>
                <a:latin typeface="Calibri"/>
              </a:rPr>
              <a:t>IFFT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1" y="283464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sum them all into a real surface — Stockham, rows then columns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77172" y="3483864"/>
            <a:ext cx="310896" cy="292608"/>
          </a:xfrm>
          <a:prstGeom prst="downArrow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38728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A3BC"/>
                </a:solidFill>
                <a:latin typeface="Calibri"/>
              </a:rPr>
              <a:t>three outputs the rest of the program leans 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931920"/>
            <a:ext cx="3246120" cy="105156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78224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7C7E8"/>
                </a:solidFill>
                <a:latin typeface="Calibri"/>
              </a:rPr>
              <a:t>Displacement texture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622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A3BC"/>
                </a:solidFill>
                <a:latin typeface="Calibri Light"/>
              </a:rPr>
              <a:t>where each point of water moves  (dx, h, dz)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31920"/>
            <a:ext cx="3246120" cy="105156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78224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7C7E8"/>
                </a:solidFill>
                <a:latin typeface="Calibri"/>
              </a:rPr>
              <a:t>Normal + foam texture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622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A3BC"/>
                </a:solidFill>
                <a:latin typeface="Calibri Light"/>
              </a:rPr>
              <a:t>which way it faces, and where it whitecaps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59" y="3931920"/>
            <a:ext cx="3246120" cy="105156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9" y="4078224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7C7E8"/>
                </a:solidFill>
                <a:latin typeface="Calibri"/>
              </a:rPr>
              <a:t>CPU height mirror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39" y="44622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A3BC"/>
                </a:solidFill>
                <a:latin typeface="Calibri Light"/>
              </a:rPr>
              <a:t>so physics can ask: how high is the water here?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EAF2FA"/>
                </a:solidFill>
                <a:latin typeface="Calibri Light"/>
              </a:rPr>
              <a:t>A player piano: the spectrum is the score; the GPU unfolds it into water every frame.   Stockham IFFT lifts the shared-memory cap → a true 512×512;  foam appears where the surface folds (Jacobian &lt; 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291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  · 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9D8CFF"/>
                </a:solidFill>
                <a:latin typeface="Calibri"/>
              </a:rPr>
              <a:t>Q3 · RENDERING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The studio rig everything plugs into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9D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240280"/>
            <a:ext cx="1993392" cy="169164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240280"/>
            <a:ext cx="1993392" cy="109728"/>
          </a:xfrm>
          <a:prstGeom prst="rect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5511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AF2FA"/>
                </a:solidFill>
                <a:latin typeface="Calibri"/>
              </a:rPr>
              <a:t>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108960"/>
            <a:ext cx="1664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GL 4.6 core context — compute legal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2240280"/>
            <a:ext cx="1993392" cy="169164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44952" y="2240280"/>
            <a:ext cx="1993392" cy="109728"/>
          </a:xfrm>
          <a:prstGeom prst="rect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5511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AF2FA"/>
                </a:solidFill>
                <a:latin typeface="Calibri"/>
              </a:rPr>
              <a:t>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3108960"/>
            <a:ext cx="1664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two angles → a view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240280"/>
            <a:ext cx="1993392" cy="169164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1224" y="2240280"/>
            <a:ext cx="1993392" cy="109728"/>
          </a:xfrm>
          <a:prstGeom prst="rect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5816" y="25511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AF2FA"/>
                </a:solidFill>
                <a:latin typeface="Calibri"/>
              </a:rPr>
              <a:t>Shader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3108960"/>
            <a:ext cx="1664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the one CPU↔GPU adapter, used by 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6" y="2240280"/>
            <a:ext cx="1993392" cy="169164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7496" y="2240280"/>
            <a:ext cx="1993392" cy="109728"/>
          </a:xfrm>
          <a:prstGeom prst="rect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25511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AF2FA"/>
                </a:solidFill>
                <a:latin typeface="Calibri"/>
              </a:rPr>
              <a:t>Mesh ·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3108960"/>
            <a:ext cx="1664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glTF props, node transforms baked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3768" y="2240280"/>
            <a:ext cx="1993392" cy="169164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73768" y="2240280"/>
            <a:ext cx="1993392" cy="109728"/>
          </a:xfrm>
          <a:prstGeom prst="rect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5511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AF2FA"/>
                </a:solidFill>
                <a:latin typeface="Calibri"/>
              </a:rPr>
              <a:t>Texture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108960"/>
            <a:ext cx="1664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image files → GPU samplers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343400"/>
            <a:ext cx="5257800" cy="137160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526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9D8CFF"/>
                </a:solidFill>
                <a:latin typeface="Calibri"/>
              </a:rPr>
              <a:t>object.frag — solid props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10328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PBR lit by sun + sky reflection. The TBN frame is rebuilt from screen-space derivatives, so models need no tangent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4340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526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9D8CFF"/>
                </a:solidFill>
                <a:latin typeface="Calibri"/>
              </a:rPr>
              <a:t>skybox — the backdrop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91032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Drawn last, pinned to the far plane with the .xyww depth trick, camera-centred. The same cube is reused as the reflection.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BA3BC"/>
                </a:solidFill>
                <a:latin typeface="Calibri"/>
              </a:rPr>
              <a:t>Shared by every quarter — Q2 and Q4 compile their compute passes through this same Shader class.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291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  · 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2AC0AE"/>
                </a:solidFill>
                <a:latin typeface="Calibri"/>
              </a:rPr>
              <a:t>Q4 · WATER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What makes the inert ocean feel alive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2AC0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194560"/>
            <a:ext cx="51206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1" y="2523744"/>
            <a:ext cx="164592" cy="164592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23957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AF2FA"/>
                </a:solidFill>
                <a:latin typeface="Calibri"/>
              </a:rPr>
              <a:t>Buoyancy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07791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Boats float on springs, not forces — 15 hull facets sample the wave; average height → heave, surface slope → pitch and roll.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1206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2523744"/>
            <a:ext cx="164592" cy="164592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3957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AF2FA"/>
                </a:solidFill>
                <a:latin typeface="Calibri"/>
              </a:rPr>
              <a:t>GPU 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07791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120,000 drops in one buffer. One compute dispatch moves them all; two attributeless draws render streaks and splashes.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23360"/>
            <a:ext cx="51206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0431" y="4352544"/>
            <a:ext cx="164592" cy="164592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7048" y="42245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AF2FA"/>
                </a:solidFill>
                <a:latin typeface="Calibri"/>
              </a:rPr>
              <a:t>Wake 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73659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A literal pond simulation — the Verlet wave equation on a 256² grid. Moving boats inject a stern ripple that spreads and fades.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120640" cy="15544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4352544"/>
            <a:ext cx="164592" cy="164592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42245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AF2FA"/>
                </a:solidFill>
                <a:latin typeface="Calibri"/>
              </a:rPr>
              <a:t>Procedural 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3659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A geometry recipe — icosphere, subdivided, then pushed by layered noise into a boulder. A fallback when the glTF rock is missing.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8BA3BC"/>
                </a:solidFill>
                <a:latin typeface="Calibri"/>
              </a:rPr>
              <a:t>Q4 owns no water render — it feeds height and ripples into Q2's shader and is ticked by Q1's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291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  · 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EAF2FA"/>
                </a:solidFill>
                <a:latin typeface="Calibri"/>
              </a:rPr>
              <a:t>HOW THE QUARTERS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One shared GPU contract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EAF2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87451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BA3BC"/>
                </a:solidFill>
                <a:latin typeface="Calibri Light"/>
              </a:rPr>
              <a:t>Every quarter agrees on the same texture-unit budget — collisions would corrupt each other's bindings.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F3C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3C56A"/>
                </a:solidFill>
                <a:latin typeface="Calibri Ligh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sky cube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5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415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7C7E8"/>
                </a:solidFill>
                <a:latin typeface="Calibri Ligh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415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displace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7C7E8"/>
                </a:solidFill>
                <a:latin typeface="Calibri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18888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2AC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AC0AE"/>
                </a:solidFill>
                <a:latin typeface="Calibri Ligh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wake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9D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9D8CFF"/>
                </a:solidFill>
                <a:latin typeface="Calibri Ligh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albedo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9D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9D8CFF"/>
                </a:solidFill>
                <a:latin typeface="Calibri Ligh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normal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9096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9D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9096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9D8CFF"/>
                </a:solidFill>
                <a:latin typeface="Calibri Light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rough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85832" y="2697480"/>
            <a:ext cx="1188720" cy="114300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9050">
            <a:solidFill>
              <a:srgbClr val="9D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5832" y="2843784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9D8CFF"/>
                </a:solidFill>
                <a:latin typeface="Calibri Light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34107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A3BC"/>
                </a:solidFill>
                <a:latin typeface="Calibri"/>
              </a:rPr>
              <a:t>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950208"/>
            <a:ext cx="5138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7C7E8"/>
                </a:solidFill>
                <a:latin typeface="Calibri"/>
              </a:rPr>
              <a:t>ocean  (units 0–3)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5624" y="3950208"/>
            <a:ext cx="5138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D8CFF"/>
                </a:solidFill>
                <a:latin typeface="Calibri"/>
              </a:rPr>
              <a:t>object materials  (units 4–7)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48056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9050">
            <a:solidFill>
              <a:srgbClr val="2AC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6268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C0AE"/>
                </a:solidFill>
                <a:latin typeface="Calibri"/>
              </a:rPr>
              <a:t>SSBO binding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983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A3BC"/>
                </a:solidFill>
                <a:latin typeface="Calibri"/>
              </a:rPr>
              <a:t>rain ripple rings, read by the water shader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480560"/>
            <a:ext cx="5166360" cy="82296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590288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AF2FA"/>
                </a:solidFill>
                <a:latin typeface="Calibri Light"/>
              </a:rPr>
              <a:t>Q2 produces textures · Q1 wires them · Q3 supplies the GL toolkit + skybox · Q4 feeds wake + ripples back and reads heights.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291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  · 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47489"/>
            <a:ext cx="12191695" cy="329180"/>
          </a:xfrm>
          <a:custGeom>
            <a:avLst/>
            <a:gdLst/>
            <a:ahLst/>
            <a:cxnLst/>
            <a:rect l="l" t="t" r="r" b="b"/>
            <a:pathLst>
              <a:path w="12191695" h="329180">
                <a:moveTo>
                  <a:pt x="0" y="100495"/>
                </a:moveTo>
                <a:lnTo>
                  <a:pt x="87083" y="83282"/>
                </a:lnTo>
                <a:lnTo>
                  <a:pt x="174167" y="67174"/>
                </a:lnTo>
                <a:lnTo>
                  <a:pt x="261250" y="52391"/>
                </a:lnTo>
                <a:lnTo>
                  <a:pt x="348334" y="39134"/>
                </a:lnTo>
                <a:lnTo>
                  <a:pt x="435417" y="27583"/>
                </a:lnTo>
                <a:lnTo>
                  <a:pt x="522501" y="17895"/>
                </a:lnTo>
                <a:lnTo>
                  <a:pt x="609584" y="10203"/>
                </a:lnTo>
                <a:lnTo>
                  <a:pt x="696668" y="4611"/>
                </a:lnTo>
                <a:lnTo>
                  <a:pt x="783751" y="1194"/>
                </a:lnTo>
                <a:lnTo>
                  <a:pt x="870835" y="0"/>
                </a:lnTo>
                <a:lnTo>
                  <a:pt x="957918" y="1044"/>
                </a:lnTo>
                <a:lnTo>
                  <a:pt x="1045002" y="4312"/>
                </a:lnTo>
                <a:lnTo>
                  <a:pt x="1132085" y="9761"/>
                </a:lnTo>
                <a:lnTo>
                  <a:pt x="1219169" y="17315"/>
                </a:lnTo>
                <a:lnTo>
                  <a:pt x="1306253" y="26872"/>
                </a:lnTo>
                <a:lnTo>
                  <a:pt x="1393336" y="38302"/>
                </a:lnTo>
                <a:lnTo>
                  <a:pt x="1480420" y="51450"/>
                </a:lnTo>
                <a:lnTo>
                  <a:pt x="1567503" y="66137"/>
                </a:lnTo>
                <a:lnTo>
                  <a:pt x="1654587" y="82162"/>
                </a:lnTo>
                <a:lnTo>
                  <a:pt x="1741670" y="99309"/>
                </a:lnTo>
                <a:lnTo>
                  <a:pt x="1828754" y="117344"/>
                </a:lnTo>
                <a:lnTo>
                  <a:pt x="1915837" y="136021"/>
                </a:lnTo>
                <a:lnTo>
                  <a:pt x="2002921" y="155086"/>
                </a:lnTo>
                <a:lnTo>
                  <a:pt x="2090004" y="174281"/>
                </a:lnTo>
                <a:lnTo>
                  <a:pt x="2177088" y="193345"/>
                </a:lnTo>
                <a:lnTo>
                  <a:pt x="2264171" y="212017"/>
                </a:lnTo>
                <a:lnTo>
                  <a:pt x="2351255" y="230044"/>
                </a:lnTo>
                <a:lnTo>
                  <a:pt x="2438339" y="247181"/>
                </a:lnTo>
                <a:lnTo>
                  <a:pt x="2525422" y="263194"/>
                </a:lnTo>
                <a:lnTo>
                  <a:pt x="2612506" y="277867"/>
                </a:lnTo>
                <a:lnTo>
                  <a:pt x="2699589" y="290999"/>
                </a:lnTo>
                <a:lnTo>
                  <a:pt x="2786673" y="302411"/>
                </a:lnTo>
                <a:lnTo>
                  <a:pt x="2873756" y="311950"/>
                </a:lnTo>
                <a:lnTo>
                  <a:pt x="2960840" y="319484"/>
                </a:lnTo>
                <a:lnTo>
                  <a:pt x="3047923" y="324911"/>
                </a:lnTo>
                <a:lnTo>
                  <a:pt x="3135007" y="328158"/>
                </a:lnTo>
                <a:lnTo>
                  <a:pt x="3222090" y="329180"/>
                </a:lnTo>
                <a:lnTo>
                  <a:pt x="3309174" y="327964"/>
                </a:lnTo>
                <a:lnTo>
                  <a:pt x="3396257" y="324526"/>
                </a:lnTo>
                <a:lnTo>
                  <a:pt x="3483341" y="318913"/>
                </a:lnTo>
                <a:lnTo>
                  <a:pt x="3570425" y="311201"/>
                </a:lnTo>
                <a:lnTo>
                  <a:pt x="3657508" y="301494"/>
                </a:lnTo>
                <a:lnTo>
                  <a:pt x="3744592" y="289926"/>
                </a:lnTo>
                <a:lnTo>
                  <a:pt x="3831675" y="276653"/>
                </a:lnTo>
                <a:lnTo>
                  <a:pt x="3918759" y="261856"/>
                </a:lnTo>
                <a:lnTo>
                  <a:pt x="4005842" y="245737"/>
                </a:lnTo>
                <a:lnTo>
                  <a:pt x="4092926" y="228513"/>
                </a:lnTo>
                <a:lnTo>
                  <a:pt x="4180009" y="210420"/>
                </a:lnTo>
                <a:lnTo>
                  <a:pt x="4267093" y="191704"/>
                </a:lnTo>
                <a:lnTo>
                  <a:pt x="4354176" y="172619"/>
                </a:lnTo>
                <a:lnTo>
                  <a:pt x="4441260" y="153425"/>
                </a:lnTo>
                <a:lnTo>
                  <a:pt x="4528343" y="134383"/>
                </a:lnTo>
                <a:lnTo>
                  <a:pt x="4615427" y="115751"/>
                </a:lnTo>
                <a:lnTo>
                  <a:pt x="4702511" y="97784"/>
                </a:lnTo>
                <a:lnTo>
                  <a:pt x="4789594" y="80726"/>
                </a:lnTo>
                <a:lnTo>
                  <a:pt x="4876678" y="64808"/>
                </a:lnTo>
                <a:lnTo>
                  <a:pt x="4963761" y="50247"/>
                </a:lnTo>
                <a:lnTo>
                  <a:pt x="5050845" y="37241"/>
                </a:lnTo>
                <a:lnTo>
                  <a:pt x="5137928" y="25968"/>
                </a:lnTo>
                <a:lnTo>
                  <a:pt x="5225012" y="16579"/>
                </a:lnTo>
                <a:lnTo>
                  <a:pt x="5312095" y="9204"/>
                </a:lnTo>
                <a:lnTo>
                  <a:pt x="5399179" y="3942"/>
                </a:lnTo>
                <a:lnTo>
                  <a:pt x="5486262" y="865"/>
                </a:lnTo>
                <a:lnTo>
                  <a:pt x="5573346" y="15"/>
                </a:lnTo>
                <a:lnTo>
                  <a:pt x="5660429" y="1403"/>
                </a:lnTo>
                <a:lnTo>
                  <a:pt x="5747513" y="5010"/>
                </a:lnTo>
                <a:lnTo>
                  <a:pt x="5834596" y="10788"/>
                </a:lnTo>
                <a:lnTo>
                  <a:pt x="5921680" y="18658"/>
                </a:lnTo>
                <a:lnTo>
                  <a:pt x="6008764" y="28512"/>
                </a:lnTo>
                <a:lnTo>
                  <a:pt x="6095847" y="40218"/>
                </a:lnTo>
                <a:lnTo>
                  <a:pt x="6182931" y="53614"/>
                </a:lnTo>
                <a:lnTo>
                  <a:pt x="6270014" y="68520"/>
                </a:lnTo>
                <a:lnTo>
                  <a:pt x="6357098" y="84733"/>
                </a:lnTo>
                <a:lnTo>
                  <a:pt x="6444181" y="102032"/>
                </a:lnTo>
                <a:lnTo>
                  <a:pt x="6531265" y="120182"/>
                </a:lnTo>
                <a:lnTo>
                  <a:pt x="6618348" y="138935"/>
                </a:lnTo>
                <a:lnTo>
                  <a:pt x="6705432" y="158038"/>
                </a:lnTo>
                <a:lnTo>
                  <a:pt x="6792515" y="177229"/>
                </a:lnTo>
                <a:lnTo>
                  <a:pt x="6879599" y="196249"/>
                </a:lnTo>
                <a:lnTo>
                  <a:pt x="6966682" y="214838"/>
                </a:lnTo>
                <a:lnTo>
                  <a:pt x="7053766" y="232744"/>
                </a:lnTo>
                <a:lnTo>
                  <a:pt x="7140850" y="249723"/>
                </a:lnTo>
                <a:lnTo>
                  <a:pt x="7227933" y="265544"/>
                </a:lnTo>
                <a:lnTo>
                  <a:pt x="7315017" y="279992"/>
                </a:lnTo>
                <a:lnTo>
                  <a:pt x="7402100" y="292871"/>
                </a:lnTo>
                <a:lnTo>
                  <a:pt x="7489184" y="304004"/>
                </a:lnTo>
                <a:lnTo>
                  <a:pt x="7576267" y="313242"/>
                </a:lnTo>
                <a:lnTo>
                  <a:pt x="7663351" y="320458"/>
                </a:lnTo>
                <a:lnTo>
                  <a:pt x="7750434" y="325554"/>
                </a:lnTo>
                <a:lnTo>
                  <a:pt x="7837518" y="328461"/>
                </a:lnTo>
                <a:lnTo>
                  <a:pt x="7924601" y="329139"/>
                </a:lnTo>
                <a:lnTo>
                  <a:pt x="8011685" y="327579"/>
                </a:lnTo>
                <a:lnTo>
                  <a:pt x="8098768" y="323803"/>
                </a:lnTo>
                <a:lnTo>
                  <a:pt x="8185852" y="317861"/>
                </a:lnTo>
                <a:lnTo>
                  <a:pt x="8272936" y="309834"/>
                </a:lnTo>
                <a:lnTo>
                  <a:pt x="8360019" y="299832"/>
                </a:lnTo>
                <a:lnTo>
                  <a:pt x="8447103" y="287991"/>
                </a:lnTo>
                <a:lnTo>
                  <a:pt x="8534186" y="274471"/>
                </a:lnTo>
                <a:lnTo>
                  <a:pt x="8621270" y="259457"/>
                </a:lnTo>
                <a:lnTo>
                  <a:pt x="8708353" y="243153"/>
                </a:lnTo>
                <a:lnTo>
                  <a:pt x="8795437" y="225780"/>
                </a:lnTo>
                <a:lnTo>
                  <a:pt x="8882520" y="207575"/>
                </a:lnTo>
                <a:lnTo>
                  <a:pt x="8969604" y="188786"/>
                </a:lnTo>
                <a:lnTo>
                  <a:pt x="9056687" y="169667"/>
                </a:lnTo>
                <a:lnTo>
                  <a:pt x="9143771" y="150479"/>
                </a:lnTo>
                <a:lnTo>
                  <a:pt x="9230854" y="131483"/>
                </a:lnTo>
                <a:lnTo>
                  <a:pt x="9317938" y="112938"/>
                </a:lnTo>
                <a:lnTo>
                  <a:pt x="9405022" y="95095"/>
                </a:lnTo>
                <a:lnTo>
                  <a:pt x="9492105" y="78197"/>
                </a:lnTo>
                <a:lnTo>
                  <a:pt x="9579189" y="62474"/>
                </a:lnTo>
                <a:lnTo>
                  <a:pt x="9666272" y="48140"/>
                </a:lnTo>
                <a:lnTo>
                  <a:pt x="9753356" y="35390"/>
                </a:lnTo>
                <a:lnTo>
                  <a:pt x="9840439" y="24397"/>
                </a:lnTo>
                <a:lnTo>
                  <a:pt x="9927523" y="15311"/>
                </a:lnTo>
                <a:lnTo>
                  <a:pt x="10014606" y="8255"/>
                </a:lnTo>
                <a:lnTo>
                  <a:pt x="10101690" y="3325"/>
                </a:lnTo>
                <a:lnTo>
                  <a:pt x="10188773" y="589"/>
                </a:lnTo>
                <a:lnTo>
                  <a:pt x="10275857" y="83"/>
                </a:lnTo>
                <a:lnTo>
                  <a:pt x="10362940" y="1814"/>
                </a:lnTo>
                <a:lnTo>
                  <a:pt x="10450024" y="5760"/>
                </a:lnTo>
                <a:lnTo>
                  <a:pt x="10537107" y="11865"/>
                </a:lnTo>
                <a:lnTo>
                  <a:pt x="10624191" y="20048"/>
                </a:lnTo>
                <a:lnTo>
                  <a:pt x="10711275" y="30196"/>
                </a:lnTo>
                <a:lnTo>
                  <a:pt x="10798358" y="42173"/>
                </a:lnTo>
                <a:lnTo>
                  <a:pt x="10885442" y="55814"/>
                </a:lnTo>
                <a:lnTo>
                  <a:pt x="10972525" y="70935"/>
                </a:lnTo>
                <a:lnTo>
                  <a:pt x="11059609" y="87329"/>
                </a:lnTo>
                <a:lnTo>
                  <a:pt x="11146692" y="104775"/>
                </a:lnTo>
                <a:lnTo>
                  <a:pt x="11233776" y="123034"/>
                </a:lnTo>
                <a:lnTo>
                  <a:pt x="11320859" y="141858"/>
                </a:lnTo>
                <a:lnTo>
                  <a:pt x="11407943" y="160991"/>
                </a:lnTo>
                <a:lnTo>
                  <a:pt x="11495026" y="180173"/>
                </a:lnTo>
                <a:lnTo>
                  <a:pt x="11582110" y="199143"/>
                </a:lnTo>
                <a:lnTo>
                  <a:pt x="11669193" y="217644"/>
                </a:lnTo>
                <a:lnTo>
                  <a:pt x="11756277" y="235423"/>
                </a:lnTo>
                <a:lnTo>
                  <a:pt x="11843361" y="252238"/>
                </a:lnTo>
                <a:lnTo>
                  <a:pt x="11930444" y="267861"/>
                </a:lnTo>
                <a:lnTo>
                  <a:pt x="12017528" y="282080"/>
                </a:lnTo>
                <a:lnTo>
                  <a:pt x="12104611" y="294701"/>
                </a:lnTo>
                <a:lnTo>
                  <a:pt x="12191695" y="305552"/>
                </a:lnTo>
              </a:path>
            </a:pathLst>
          </a:custGeom>
          <a:noFill/>
          <a:ln w="25400">
            <a:solidFill>
              <a:srgbClr val="1E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385873"/>
            <a:ext cx="12191695" cy="475373"/>
          </a:xfrm>
          <a:custGeom>
            <a:avLst/>
            <a:gdLst/>
            <a:ahLst/>
            <a:cxnLst/>
            <a:rect l="l" t="t" r="r" b="b"/>
            <a:pathLst>
              <a:path w="12191695" h="475373">
                <a:moveTo>
                  <a:pt x="0" y="25807"/>
                </a:moveTo>
                <a:lnTo>
                  <a:pt x="87083" y="16994"/>
                </a:lnTo>
                <a:lnTo>
                  <a:pt x="174167" y="9957"/>
                </a:lnTo>
                <a:lnTo>
                  <a:pt x="261250" y="4753"/>
                </a:lnTo>
                <a:lnTo>
                  <a:pt x="348334" y="1426"/>
                </a:lnTo>
                <a:lnTo>
                  <a:pt x="435417" y="0"/>
                </a:lnTo>
                <a:lnTo>
                  <a:pt x="522501" y="488"/>
                </a:lnTo>
                <a:lnTo>
                  <a:pt x="609584" y="2886"/>
                </a:lnTo>
                <a:lnTo>
                  <a:pt x="696668" y="7174"/>
                </a:lnTo>
                <a:lnTo>
                  <a:pt x="783751" y="13319"/>
                </a:lnTo>
                <a:lnTo>
                  <a:pt x="870835" y="21269"/>
                </a:lnTo>
                <a:lnTo>
                  <a:pt x="957918" y="30963"/>
                </a:lnTo>
                <a:lnTo>
                  <a:pt x="1045002" y="42320"/>
                </a:lnTo>
                <a:lnTo>
                  <a:pt x="1132085" y="55251"/>
                </a:lnTo>
                <a:lnTo>
                  <a:pt x="1219169" y="69651"/>
                </a:lnTo>
                <a:lnTo>
                  <a:pt x="1306253" y="85403"/>
                </a:lnTo>
                <a:lnTo>
                  <a:pt x="1393336" y="102381"/>
                </a:lnTo>
                <a:lnTo>
                  <a:pt x="1480420" y="120449"/>
                </a:lnTo>
                <a:lnTo>
                  <a:pt x="1567503" y="139461"/>
                </a:lnTo>
                <a:lnTo>
                  <a:pt x="1654587" y="159264"/>
                </a:lnTo>
                <a:lnTo>
                  <a:pt x="1741670" y="179698"/>
                </a:lnTo>
                <a:lnTo>
                  <a:pt x="1828754" y="200599"/>
                </a:lnTo>
                <a:lnTo>
                  <a:pt x="1915837" y="221799"/>
                </a:lnTo>
                <a:lnTo>
                  <a:pt x="2002921" y="243126"/>
                </a:lnTo>
                <a:lnTo>
                  <a:pt x="2090004" y="264410"/>
                </a:lnTo>
                <a:lnTo>
                  <a:pt x="2177088" y="285479"/>
                </a:lnTo>
                <a:lnTo>
                  <a:pt x="2264171" y="306162"/>
                </a:lnTo>
                <a:lnTo>
                  <a:pt x="2351255" y="326295"/>
                </a:lnTo>
                <a:lnTo>
                  <a:pt x="2438339" y="345714"/>
                </a:lnTo>
                <a:lnTo>
                  <a:pt x="2525422" y="364263"/>
                </a:lnTo>
                <a:lnTo>
                  <a:pt x="2612506" y="381793"/>
                </a:lnTo>
                <a:lnTo>
                  <a:pt x="2699589" y="398163"/>
                </a:lnTo>
                <a:lnTo>
                  <a:pt x="2786673" y="413241"/>
                </a:lnTo>
                <a:lnTo>
                  <a:pt x="2873756" y="426905"/>
                </a:lnTo>
                <a:lnTo>
                  <a:pt x="2960840" y="439046"/>
                </a:lnTo>
                <a:lnTo>
                  <a:pt x="3047923" y="449566"/>
                </a:lnTo>
                <a:lnTo>
                  <a:pt x="3135007" y="458379"/>
                </a:lnTo>
                <a:lnTo>
                  <a:pt x="3222090" y="465416"/>
                </a:lnTo>
                <a:lnTo>
                  <a:pt x="3309174" y="470620"/>
                </a:lnTo>
                <a:lnTo>
                  <a:pt x="3396257" y="473947"/>
                </a:lnTo>
                <a:lnTo>
                  <a:pt x="3483341" y="475373"/>
                </a:lnTo>
                <a:lnTo>
                  <a:pt x="3570425" y="474885"/>
                </a:lnTo>
                <a:lnTo>
                  <a:pt x="3657508" y="472487"/>
                </a:lnTo>
                <a:lnTo>
                  <a:pt x="3744592" y="468199"/>
                </a:lnTo>
                <a:lnTo>
                  <a:pt x="3831675" y="462054"/>
                </a:lnTo>
                <a:lnTo>
                  <a:pt x="3918759" y="454104"/>
                </a:lnTo>
                <a:lnTo>
                  <a:pt x="4005842" y="444410"/>
                </a:lnTo>
                <a:lnTo>
                  <a:pt x="4092926" y="433053"/>
                </a:lnTo>
                <a:lnTo>
                  <a:pt x="4180009" y="420122"/>
                </a:lnTo>
                <a:lnTo>
                  <a:pt x="4267093" y="405722"/>
                </a:lnTo>
                <a:lnTo>
                  <a:pt x="4354176" y="389970"/>
                </a:lnTo>
                <a:lnTo>
                  <a:pt x="4441260" y="372992"/>
                </a:lnTo>
                <a:lnTo>
                  <a:pt x="4528343" y="354924"/>
                </a:lnTo>
                <a:lnTo>
                  <a:pt x="4615427" y="335912"/>
                </a:lnTo>
                <a:lnTo>
                  <a:pt x="4702511" y="316109"/>
                </a:lnTo>
                <a:lnTo>
                  <a:pt x="4789594" y="295675"/>
                </a:lnTo>
                <a:lnTo>
                  <a:pt x="4876678" y="274774"/>
                </a:lnTo>
                <a:lnTo>
                  <a:pt x="4963761" y="253574"/>
                </a:lnTo>
                <a:lnTo>
                  <a:pt x="5050845" y="232247"/>
                </a:lnTo>
                <a:lnTo>
                  <a:pt x="5137928" y="210963"/>
                </a:lnTo>
                <a:lnTo>
                  <a:pt x="5225012" y="189894"/>
                </a:lnTo>
                <a:lnTo>
                  <a:pt x="5312095" y="169211"/>
                </a:lnTo>
                <a:lnTo>
                  <a:pt x="5399179" y="149078"/>
                </a:lnTo>
                <a:lnTo>
                  <a:pt x="5486262" y="129659"/>
                </a:lnTo>
                <a:lnTo>
                  <a:pt x="5573346" y="111110"/>
                </a:lnTo>
                <a:lnTo>
                  <a:pt x="5660429" y="93580"/>
                </a:lnTo>
                <a:lnTo>
                  <a:pt x="5747513" y="77210"/>
                </a:lnTo>
                <a:lnTo>
                  <a:pt x="5834596" y="62132"/>
                </a:lnTo>
                <a:lnTo>
                  <a:pt x="5921680" y="48468"/>
                </a:lnTo>
                <a:lnTo>
                  <a:pt x="6008764" y="36327"/>
                </a:lnTo>
                <a:lnTo>
                  <a:pt x="6095847" y="25807"/>
                </a:lnTo>
                <a:lnTo>
                  <a:pt x="6182931" y="16994"/>
                </a:lnTo>
                <a:lnTo>
                  <a:pt x="6270014" y="9957"/>
                </a:lnTo>
                <a:lnTo>
                  <a:pt x="6357098" y="4753"/>
                </a:lnTo>
                <a:lnTo>
                  <a:pt x="6444181" y="1426"/>
                </a:lnTo>
                <a:lnTo>
                  <a:pt x="6531265" y="0"/>
                </a:lnTo>
                <a:lnTo>
                  <a:pt x="6618348" y="488"/>
                </a:lnTo>
                <a:lnTo>
                  <a:pt x="6705432" y="2886"/>
                </a:lnTo>
                <a:lnTo>
                  <a:pt x="6792515" y="7174"/>
                </a:lnTo>
                <a:lnTo>
                  <a:pt x="6879599" y="13319"/>
                </a:lnTo>
                <a:lnTo>
                  <a:pt x="6966682" y="21269"/>
                </a:lnTo>
                <a:lnTo>
                  <a:pt x="7053766" y="30963"/>
                </a:lnTo>
                <a:lnTo>
                  <a:pt x="7140850" y="42320"/>
                </a:lnTo>
                <a:lnTo>
                  <a:pt x="7227933" y="55251"/>
                </a:lnTo>
                <a:lnTo>
                  <a:pt x="7315017" y="69651"/>
                </a:lnTo>
                <a:lnTo>
                  <a:pt x="7402100" y="85403"/>
                </a:lnTo>
                <a:lnTo>
                  <a:pt x="7489184" y="102381"/>
                </a:lnTo>
                <a:lnTo>
                  <a:pt x="7576267" y="120449"/>
                </a:lnTo>
                <a:lnTo>
                  <a:pt x="7663351" y="139461"/>
                </a:lnTo>
                <a:lnTo>
                  <a:pt x="7750434" y="159264"/>
                </a:lnTo>
                <a:lnTo>
                  <a:pt x="7837518" y="179698"/>
                </a:lnTo>
                <a:lnTo>
                  <a:pt x="7924601" y="200599"/>
                </a:lnTo>
                <a:lnTo>
                  <a:pt x="8011685" y="221799"/>
                </a:lnTo>
                <a:lnTo>
                  <a:pt x="8098768" y="243126"/>
                </a:lnTo>
                <a:lnTo>
                  <a:pt x="8185852" y="264410"/>
                </a:lnTo>
                <a:lnTo>
                  <a:pt x="8272936" y="285479"/>
                </a:lnTo>
                <a:lnTo>
                  <a:pt x="8360019" y="306162"/>
                </a:lnTo>
                <a:lnTo>
                  <a:pt x="8447103" y="326295"/>
                </a:lnTo>
                <a:lnTo>
                  <a:pt x="8534186" y="345714"/>
                </a:lnTo>
                <a:lnTo>
                  <a:pt x="8621270" y="364263"/>
                </a:lnTo>
                <a:lnTo>
                  <a:pt x="8708353" y="381793"/>
                </a:lnTo>
                <a:lnTo>
                  <a:pt x="8795437" y="398163"/>
                </a:lnTo>
                <a:lnTo>
                  <a:pt x="8882520" y="413241"/>
                </a:lnTo>
                <a:lnTo>
                  <a:pt x="8969604" y="426905"/>
                </a:lnTo>
                <a:lnTo>
                  <a:pt x="9056687" y="439046"/>
                </a:lnTo>
                <a:lnTo>
                  <a:pt x="9143771" y="449566"/>
                </a:lnTo>
                <a:lnTo>
                  <a:pt x="9230854" y="458379"/>
                </a:lnTo>
                <a:lnTo>
                  <a:pt x="9317938" y="465416"/>
                </a:lnTo>
                <a:lnTo>
                  <a:pt x="9405022" y="470620"/>
                </a:lnTo>
                <a:lnTo>
                  <a:pt x="9492105" y="473947"/>
                </a:lnTo>
                <a:lnTo>
                  <a:pt x="9579189" y="475373"/>
                </a:lnTo>
                <a:lnTo>
                  <a:pt x="9666272" y="474885"/>
                </a:lnTo>
                <a:lnTo>
                  <a:pt x="9753356" y="472487"/>
                </a:lnTo>
                <a:lnTo>
                  <a:pt x="9840439" y="468199"/>
                </a:lnTo>
                <a:lnTo>
                  <a:pt x="9927523" y="462054"/>
                </a:lnTo>
                <a:lnTo>
                  <a:pt x="10014606" y="454104"/>
                </a:lnTo>
                <a:lnTo>
                  <a:pt x="10101690" y="444410"/>
                </a:lnTo>
                <a:lnTo>
                  <a:pt x="10188773" y="433053"/>
                </a:lnTo>
                <a:lnTo>
                  <a:pt x="10275857" y="420122"/>
                </a:lnTo>
                <a:lnTo>
                  <a:pt x="10362940" y="405722"/>
                </a:lnTo>
                <a:lnTo>
                  <a:pt x="10450024" y="389970"/>
                </a:lnTo>
                <a:lnTo>
                  <a:pt x="10537107" y="372992"/>
                </a:lnTo>
                <a:lnTo>
                  <a:pt x="10624191" y="354924"/>
                </a:lnTo>
                <a:lnTo>
                  <a:pt x="10711275" y="335912"/>
                </a:lnTo>
                <a:lnTo>
                  <a:pt x="10798358" y="316109"/>
                </a:lnTo>
                <a:lnTo>
                  <a:pt x="10885442" y="295675"/>
                </a:lnTo>
                <a:lnTo>
                  <a:pt x="10972525" y="274774"/>
                </a:lnTo>
                <a:lnTo>
                  <a:pt x="11059609" y="253574"/>
                </a:lnTo>
                <a:lnTo>
                  <a:pt x="11146692" y="232247"/>
                </a:lnTo>
                <a:lnTo>
                  <a:pt x="11233776" y="210963"/>
                </a:lnTo>
                <a:lnTo>
                  <a:pt x="11320859" y="189894"/>
                </a:lnTo>
                <a:lnTo>
                  <a:pt x="11407943" y="169211"/>
                </a:lnTo>
                <a:lnTo>
                  <a:pt x="11495026" y="149078"/>
                </a:lnTo>
                <a:lnTo>
                  <a:pt x="11582110" y="129659"/>
                </a:lnTo>
                <a:lnTo>
                  <a:pt x="11669193" y="111110"/>
                </a:lnTo>
                <a:lnTo>
                  <a:pt x="11756277" y="93580"/>
                </a:lnTo>
                <a:lnTo>
                  <a:pt x="11843361" y="77210"/>
                </a:lnTo>
                <a:lnTo>
                  <a:pt x="11930444" y="62132"/>
                </a:lnTo>
                <a:lnTo>
                  <a:pt x="12017528" y="48468"/>
                </a:lnTo>
                <a:lnTo>
                  <a:pt x="12104611" y="36327"/>
                </a:lnTo>
                <a:lnTo>
                  <a:pt x="12191695" y="25807"/>
                </a:lnTo>
              </a:path>
            </a:pathLst>
          </a:custGeom>
          <a:noFill/>
          <a:ln w="29209">
            <a:solidFill>
              <a:srgbClr val="2A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724222"/>
            <a:ext cx="12191695" cy="621714"/>
          </a:xfrm>
          <a:custGeom>
            <a:avLst/>
            <a:gdLst/>
            <a:ahLst/>
            <a:cxnLst/>
            <a:rect l="l" t="t" r="r" b="b"/>
            <a:pathLst>
              <a:path w="12191695" h="621714">
                <a:moveTo>
                  <a:pt x="0" y="310818"/>
                </a:moveTo>
                <a:lnTo>
                  <a:pt x="87083" y="289904"/>
                </a:lnTo>
                <a:lnTo>
                  <a:pt x="174167" y="269085"/>
                </a:lnTo>
                <a:lnTo>
                  <a:pt x="261250" y="248455"/>
                </a:lnTo>
                <a:lnTo>
                  <a:pt x="348334" y="228108"/>
                </a:lnTo>
                <a:lnTo>
                  <a:pt x="435417" y="208135"/>
                </a:lnTo>
                <a:lnTo>
                  <a:pt x="522501" y="188628"/>
                </a:lnTo>
                <a:lnTo>
                  <a:pt x="609584" y="169674"/>
                </a:lnTo>
                <a:lnTo>
                  <a:pt x="696668" y="151359"/>
                </a:lnTo>
                <a:lnTo>
                  <a:pt x="783751" y="133767"/>
                </a:lnTo>
                <a:lnTo>
                  <a:pt x="870835" y="116977"/>
                </a:lnTo>
                <a:lnTo>
                  <a:pt x="957918" y="101065"/>
                </a:lnTo>
                <a:lnTo>
                  <a:pt x="1045002" y="86103"/>
                </a:lnTo>
                <a:lnTo>
                  <a:pt x="1132085" y="72160"/>
                </a:lnTo>
                <a:lnTo>
                  <a:pt x="1219169" y="59297"/>
                </a:lnTo>
                <a:lnTo>
                  <a:pt x="1306253" y="47574"/>
                </a:lnTo>
                <a:lnTo>
                  <a:pt x="1393336" y="37044"/>
                </a:lnTo>
                <a:lnTo>
                  <a:pt x="1480420" y="27754"/>
                </a:lnTo>
                <a:lnTo>
                  <a:pt x="1567503" y="19746"/>
                </a:lnTo>
                <a:lnTo>
                  <a:pt x="1654587" y="13057"/>
                </a:lnTo>
                <a:lnTo>
                  <a:pt x="1741670" y="7716"/>
                </a:lnTo>
                <a:lnTo>
                  <a:pt x="1828754" y="3749"/>
                </a:lnTo>
                <a:lnTo>
                  <a:pt x="1915837" y="1173"/>
                </a:lnTo>
                <a:lnTo>
                  <a:pt x="2002921" y="0"/>
                </a:lnTo>
                <a:lnTo>
                  <a:pt x="2090004" y="235"/>
                </a:lnTo>
                <a:lnTo>
                  <a:pt x="2177088" y="1876"/>
                </a:lnTo>
                <a:lnTo>
                  <a:pt x="2264171" y="4918"/>
                </a:lnTo>
                <a:lnTo>
                  <a:pt x="2351255" y="9345"/>
                </a:lnTo>
                <a:lnTo>
                  <a:pt x="2438339" y="15138"/>
                </a:lnTo>
                <a:lnTo>
                  <a:pt x="2525422" y="22270"/>
                </a:lnTo>
                <a:lnTo>
                  <a:pt x="2612506" y="30710"/>
                </a:lnTo>
                <a:lnTo>
                  <a:pt x="2699589" y="40418"/>
                </a:lnTo>
                <a:lnTo>
                  <a:pt x="2786673" y="51352"/>
                </a:lnTo>
                <a:lnTo>
                  <a:pt x="2873756" y="63461"/>
                </a:lnTo>
                <a:lnTo>
                  <a:pt x="2960840" y="76691"/>
                </a:lnTo>
                <a:lnTo>
                  <a:pt x="3047923" y="90981"/>
                </a:lnTo>
                <a:lnTo>
                  <a:pt x="3135007" y="106267"/>
                </a:lnTo>
                <a:lnTo>
                  <a:pt x="3222090" y="122480"/>
                </a:lnTo>
                <a:lnTo>
                  <a:pt x="3309174" y="139546"/>
                </a:lnTo>
                <a:lnTo>
                  <a:pt x="3396257" y="157388"/>
                </a:lnTo>
                <a:lnTo>
                  <a:pt x="3483341" y="175925"/>
                </a:lnTo>
                <a:lnTo>
                  <a:pt x="3570425" y="195073"/>
                </a:lnTo>
                <a:lnTo>
                  <a:pt x="3657508" y="214745"/>
                </a:lnTo>
                <a:lnTo>
                  <a:pt x="3744592" y="234853"/>
                </a:lnTo>
                <a:lnTo>
                  <a:pt x="3831675" y="255305"/>
                </a:lnTo>
                <a:lnTo>
                  <a:pt x="3918759" y="276008"/>
                </a:lnTo>
                <a:lnTo>
                  <a:pt x="4005842" y="296869"/>
                </a:lnTo>
                <a:lnTo>
                  <a:pt x="4092926" y="317793"/>
                </a:lnTo>
                <a:lnTo>
                  <a:pt x="4180009" y="338686"/>
                </a:lnTo>
                <a:lnTo>
                  <a:pt x="4267093" y="359452"/>
                </a:lnTo>
                <a:lnTo>
                  <a:pt x="4354176" y="379998"/>
                </a:lnTo>
                <a:lnTo>
                  <a:pt x="4441260" y="400231"/>
                </a:lnTo>
                <a:lnTo>
                  <a:pt x="4528343" y="420059"/>
                </a:lnTo>
                <a:lnTo>
                  <a:pt x="4615427" y="439391"/>
                </a:lnTo>
                <a:lnTo>
                  <a:pt x="4702511" y="458141"/>
                </a:lnTo>
                <a:lnTo>
                  <a:pt x="4789594" y="476224"/>
                </a:lnTo>
                <a:lnTo>
                  <a:pt x="4876678" y="493558"/>
                </a:lnTo>
                <a:lnTo>
                  <a:pt x="4963761" y="510063"/>
                </a:lnTo>
                <a:lnTo>
                  <a:pt x="5050845" y="525666"/>
                </a:lnTo>
                <a:lnTo>
                  <a:pt x="5137928" y="540296"/>
                </a:lnTo>
                <a:lnTo>
                  <a:pt x="5225012" y="553886"/>
                </a:lnTo>
                <a:lnTo>
                  <a:pt x="5312095" y="566375"/>
                </a:lnTo>
                <a:lnTo>
                  <a:pt x="5399179" y="577706"/>
                </a:lnTo>
                <a:lnTo>
                  <a:pt x="5486262" y="587828"/>
                </a:lnTo>
                <a:lnTo>
                  <a:pt x="5573346" y="596695"/>
                </a:lnTo>
                <a:lnTo>
                  <a:pt x="5660429" y="604267"/>
                </a:lnTo>
                <a:lnTo>
                  <a:pt x="5747513" y="610510"/>
                </a:lnTo>
                <a:lnTo>
                  <a:pt x="5834596" y="615395"/>
                </a:lnTo>
                <a:lnTo>
                  <a:pt x="5921680" y="618900"/>
                </a:lnTo>
                <a:lnTo>
                  <a:pt x="6008764" y="621009"/>
                </a:lnTo>
                <a:lnTo>
                  <a:pt x="6095847" y="621714"/>
                </a:lnTo>
                <a:lnTo>
                  <a:pt x="6182931" y="621009"/>
                </a:lnTo>
                <a:lnTo>
                  <a:pt x="6270014" y="618900"/>
                </a:lnTo>
                <a:lnTo>
                  <a:pt x="6357098" y="615395"/>
                </a:lnTo>
                <a:lnTo>
                  <a:pt x="6444181" y="610510"/>
                </a:lnTo>
                <a:lnTo>
                  <a:pt x="6531265" y="604267"/>
                </a:lnTo>
                <a:lnTo>
                  <a:pt x="6618348" y="596695"/>
                </a:lnTo>
                <a:lnTo>
                  <a:pt x="6705432" y="587828"/>
                </a:lnTo>
                <a:lnTo>
                  <a:pt x="6792515" y="577706"/>
                </a:lnTo>
                <a:lnTo>
                  <a:pt x="6879599" y="566375"/>
                </a:lnTo>
                <a:lnTo>
                  <a:pt x="6966682" y="553886"/>
                </a:lnTo>
                <a:lnTo>
                  <a:pt x="7053766" y="540296"/>
                </a:lnTo>
                <a:lnTo>
                  <a:pt x="7140850" y="525666"/>
                </a:lnTo>
                <a:lnTo>
                  <a:pt x="7227933" y="510063"/>
                </a:lnTo>
                <a:lnTo>
                  <a:pt x="7315017" y="493558"/>
                </a:lnTo>
                <a:lnTo>
                  <a:pt x="7402100" y="476224"/>
                </a:lnTo>
                <a:lnTo>
                  <a:pt x="7489184" y="458141"/>
                </a:lnTo>
                <a:lnTo>
                  <a:pt x="7576267" y="439391"/>
                </a:lnTo>
                <a:lnTo>
                  <a:pt x="7663351" y="420059"/>
                </a:lnTo>
                <a:lnTo>
                  <a:pt x="7750434" y="400231"/>
                </a:lnTo>
                <a:lnTo>
                  <a:pt x="7837518" y="379998"/>
                </a:lnTo>
                <a:lnTo>
                  <a:pt x="7924601" y="359452"/>
                </a:lnTo>
                <a:lnTo>
                  <a:pt x="8011685" y="338686"/>
                </a:lnTo>
                <a:lnTo>
                  <a:pt x="8098768" y="317793"/>
                </a:lnTo>
                <a:lnTo>
                  <a:pt x="8185852" y="296869"/>
                </a:lnTo>
                <a:lnTo>
                  <a:pt x="8272936" y="276008"/>
                </a:lnTo>
                <a:lnTo>
                  <a:pt x="8360019" y="255305"/>
                </a:lnTo>
                <a:lnTo>
                  <a:pt x="8447103" y="234853"/>
                </a:lnTo>
                <a:lnTo>
                  <a:pt x="8534186" y="214745"/>
                </a:lnTo>
                <a:lnTo>
                  <a:pt x="8621270" y="195073"/>
                </a:lnTo>
                <a:lnTo>
                  <a:pt x="8708353" y="175925"/>
                </a:lnTo>
                <a:lnTo>
                  <a:pt x="8795437" y="157388"/>
                </a:lnTo>
                <a:lnTo>
                  <a:pt x="8882520" y="139546"/>
                </a:lnTo>
                <a:lnTo>
                  <a:pt x="8969604" y="122480"/>
                </a:lnTo>
                <a:lnTo>
                  <a:pt x="9056687" y="106267"/>
                </a:lnTo>
                <a:lnTo>
                  <a:pt x="9143771" y="90981"/>
                </a:lnTo>
                <a:lnTo>
                  <a:pt x="9230854" y="76691"/>
                </a:lnTo>
                <a:lnTo>
                  <a:pt x="9317938" y="63461"/>
                </a:lnTo>
                <a:lnTo>
                  <a:pt x="9405022" y="51352"/>
                </a:lnTo>
                <a:lnTo>
                  <a:pt x="9492105" y="40418"/>
                </a:lnTo>
                <a:lnTo>
                  <a:pt x="9579189" y="30710"/>
                </a:lnTo>
                <a:lnTo>
                  <a:pt x="9666272" y="22270"/>
                </a:lnTo>
                <a:lnTo>
                  <a:pt x="9753356" y="15138"/>
                </a:lnTo>
                <a:lnTo>
                  <a:pt x="9840439" y="9345"/>
                </a:lnTo>
                <a:lnTo>
                  <a:pt x="9927523" y="4918"/>
                </a:lnTo>
                <a:lnTo>
                  <a:pt x="10014606" y="1876"/>
                </a:lnTo>
                <a:lnTo>
                  <a:pt x="10101690" y="235"/>
                </a:lnTo>
                <a:lnTo>
                  <a:pt x="10188773" y="0"/>
                </a:lnTo>
                <a:lnTo>
                  <a:pt x="10275857" y="1173"/>
                </a:lnTo>
                <a:lnTo>
                  <a:pt x="10362940" y="3749"/>
                </a:lnTo>
                <a:lnTo>
                  <a:pt x="10450024" y="7716"/>
                </a:lnTo>
                <a:lnTo>
                  <a:pt x="10537107" y="13057"/>
                </a:lnTo>
                <a:lnTo>
                  <a:pt x="10624191" y="19746"/>
                </a:lnTo>
                <a:lnTo>
                  <a:pt x="10711275" y="27754"/>
                </a:lnTo>
                <a:lnTo>
                  <a:pt x="10798358" y="37044"/>
                </a:lnTo>
                <a:lnTo>
                  <a:pt x="10885442" y="47574"/>
                </a:lnTo>
                <a:lnTo>
                  <a:pt x="10972525" y="59297"/>
                </a:lnTo>
                <a:lnTo>
                  <a:pt x="11059609" y="72160"/>
                </a:lnTo>
                <a:lnTo>
                  <a:pt x="11146692" y="86103"/>
                </a:lnTo>
                <a:lnTo>
                  <a:pt x="11233776" y="101065"/>
                </a:lnTo>
                <a:lnTo>
                  <a:pt x="11320859" y="116977"/>
                </a:lnTo>
                <a:lnTo>
                  <a:pt x="11407943" y="133767"/>
                </a:lnTo>
                <a:lnTo>
                  <a:pt x="11495026" y="151359"/>
                </a:lnTo>
                <a:lnTo>
                  <a:pt x="11582110" y="169674"/>
                </a:lnTo>
                <a:lnTo>
                  <a:pt x="11669193" y="188628"/>
                </a:lnTo>
                <a:lnTo>
                  <a:pt x="11756277" y="208135"/>
                </a:lnTo>
                <a:lnTo>
                  <a:pt x="11843361" y="228108"/>
                </a:lnTo>
                <a:lnTo>
                  <a:pt x="11930444" y="248455"/>
                </a:lnTo>
                <a:lnTo>
                  <a:pt x="12017528" y="269085"/>
                </a:lnTo>
                <a:lnTo>
                  <a:pt x="12104611" y="289904"/>
                </a:lnTo>
                <a:lnTo>
                  <a:pt x="12191695" y="310818"/>
                </a:lnTo>
              </a:path>
            </a:pathLst>
          </a:custGeom>
          <a:noFill/>
          <a:ln w="3810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>
                <a:solidFill>
                  <a:srgbClr val="EAF2FA"/>
                </a:solidFill>
                <a:latin typeface="Calibri Light"/>
              </a:rPr>
              <a:t>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383280"/>
            <a:ext cx="1920240" cy="0"/>
          </a:xfrm>
          <a:prstGeom prst="line">
            <a:avLst/>
          </a:prstGeom>
          <a:ln w="3175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35844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57C7E8"/>
                </a:solidFill>
                <a:latin typeface="Calibri Light"/>
              </a:rPr>
              <a:t>All four quarters, in one live frame.</a:t>
            </a:r>
          </a:p>
        </p:txBody>
      </p:sp>
      <p:sp>
        <p:nvSpPr>
          <p:cNvPr id="9" name="Oval 8"/>
          <p:cNvSpPr/>
          <p:nvPr/>
        </p:nvSpPr>
        <p:spPr>
          <a:xfrm>
            <a:off x="891540" y="4485131"/>
            <a:ext cx="137160" cy="137160"/>
          </a:xfrm>
          <a:prstGeom prst="ellipse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AF2FA"/>
                </a:solidFill>
                <a:latin typeface="Calibri Light"/>
              </a:rPr>
              <a:t>Application Host</a:t>
            </a:r>
          </a:p>
        </p:txBody>
      </p:sp>
      <p:sp>
        <p:nvSpPr>
          <p:cNvPr id="11" name="Oval 10"/>
          <p:cNvSpPr/>
          <p:nvPr/>
        </p:nvSpPr>
        <p:spPr>
          <a:xfrm>
            <a:off x="3653028" y="4485131"/>
            <a:ext cx="137160" cy="137160"/>
          </a:xfrm>
          <a:prstGeom prst="ellipse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2776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AF2FA"/>
                </a:solidFill>
                <a:latin typeface="Calibri Light"/>
              </a:rPr>
              <a:t>Ocean Simulation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14516" y="4485131"/>
            <a:ext cx="137160" cy="137160"/>
          </a:xfrm>
          <a:prstGeom prst="ellipse">
            <a:avLst/>
          </a:prstGeom>
          <a:solidFill>
            <a:srgbClr val="9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AF2FA"/>
                </a:solidFill>
                <a:latin typeface="Calibri Light"/>
              </a:rPr>
              <a:t>Rendering Engine</a:t>
            </a:r>
          </a:p>
        </p:txBody>
      </p:sp>
      <p:sp>
        <p:nvSpPr>
          <p:cNvPr id="15" name="Oval 14"/>
          <p:cNvSpPr/>
          <p:nvPr/>
        </p:nvSpPr>
        <p:spPr>
          <a:xfrm>
            <a:off x="9176004" y="4485131"/>
            <a:ext cx="137160" cy="137160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5752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AF2FA"/>
                </a:solidFill>
                <a:latin typeface="Calibri Light"/>
              </a:rPr>
              <a:t>Water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40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BA3BC"/>
                </a:solidFill>
                <a:latin typeface="Calibri"/>
              </a:rPr>
              <a:t>Drive the boat · turn calm into storm · sweep the sun · make it rain.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