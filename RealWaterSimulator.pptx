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4928617"/>
            <a:ext cx="12191695" cy="292605"/>
          </a:xfrm>
          <a:custGeom>
            <a:avLst/>
            <a:gdLst/>
            <a:ahLst/>
            <a:cxnLst/>
            <a:rect l="l" t="t" r="r" b="b"/>
            <a:pathLst>
              <a:path w="12191695" h="292605">
                <a:moveTo>
                  <a:pt x="0" y="89329"/>
                </a:moveTo>
                <a:lnTo>
                  <a:pt x="87083" y="71756"/>
                </a:lnTo>
                <a:lnTo>
                  <a:pt x="174167" y="55532"/>
                </a:lnTo>
                <a:lnTo>
                  <a:pt x="261250" y="40952"/>
                </a:lnTo>
                <a:lnTo>
                  <a:pt x="348334" y="28278"/>
                </a:lnTo>
                <a:lnTo>
                  <a:pt x="435417" y="17741"/>
                </a:lnTo>
                <a:lnTo>
                  <a:pt x="522501" y="9530"/>
                </a:lnTo>
                <a:lnTo>
                  <a:pt x="609584" y="3795"/>
                </a:lnTo>
                <a:lnTo>
                  <a:pt x="696668" y="640"/>
                </a:lnTo>
                <a:lnTo>
                  <a:pt x="783751" y="121"/>
                </a:lnTo>
                <a:lnTo>
                  <a:pt x="870835" y="2248"/>
                </a:lnTo>
                <a:lnTo>
                  <a:pt x="957918" y="6983"/>
                </a:lnTo>
                <a:lnTo>
                  <a:pt x="1045002" y="14239"/>
                </a:lnTo>
                <a:lnTo>
                  <a:pt x="1132085" y="23886"/>
                </a:lnTo>
                <a:lnTo>
                  <a:pt x="1219169" y="35749"/>
                </a:lnTo>
                <a:lnTo>
                  <a:pt x="1306253" y="49612"/>
                </a:lnTo>
                <a:lnTo>
                  <a:pt x="1393336" y="65226"/>
                </a:lnTo>
                <a:lnTo>
                  <a:pt x="1480420" y="82307"/>
                </a:lnTo>
                <a:lnTo>
                  <a:pt x="1567503" y="100547"/>
                </a:lnTo>
                <a:lnTo>
                  <a:pt x="1654587" y="119615"/>
                </a:lnTo>
                <a:lnTo>
                  <a:pt x="1741670" y="139166"/>
                </a:lnTo>
                <a:lnTo>
                  <a:pt x="1828754" y="158846"/>
                </a:lnTo>
                <a:lnTo>
                  <a:pt x="1915837" y="178299"/>
                </a:lnTo>
                <a:lnTo>
                  <a:pt x="2002921" y="197173"/>
                </a:lnTo>
                <a:lnTo>
                  <a:pt x="2090004" y="215126"/>
                </a:lnTo>
                <a:lnTo>
                  <a:pt x="2177088" y="231833"/>
                </a:lnTo>
                <a:lnTo>
                  <a:pt x="2264171" y="246993"/>
                </a:lnTo>
                <a:lnTo>
                  <a:pt x="2351255" y="260329"/>
                </a:lnTo>
                <a:lnTo>
                  <a:pt x="2438339" y="271602"/>
                </a:lnTo>
                <a:lnTo>
                  <a:pt x="2525422" y="280607"/>
                </a:lnTo>
                <a:lnTo>
                  <a:pt x="2612506" y="287181"/>
                </a:lnTo>
                <a:lnTo>
                  <a:pt x="2699589" y="291204"/>
                </a:lnTo>
                <a:lnTo>
                  <a:pt x="2786673" y="292605"/>
                </a:lnTo>
                <a:lnTo>
                  <a:pt x="2873756" y="291358"/>
                </a:lnTo>
                <a:lnTo>
                  <a:pt x="2960840" y="287486"/>
                </a:lnTo>
                <a:lnTo>
                  <a:pt x="3047923" y="281057"/>
                </a:lnTo>
                <a:lnTo>
                  <a:pt x="3135007" y="272190"/>
                </a:lnTo>
                <a:lnTo>
                  <a:pt x="3222090" y="261044"/>
                </a:lnTo>
                <a:lnTo>
                  <a:pt x="3309174" y="247821"/>
                </a:lnTo>
                <a:lnTo>
                  <a:pt x="3396257" y="232761"/>
                </a:lnTo>
                <a:lnTo>
                  <a:pt x="3483341" y="216136"/>
                </a:lnTo>
                <a:lnTo>
                  <a:pt x="3570425" y="198246"/>
                </a:lnTo>
                <a:lnTo>
                  <a:pt x="3657508" y="179417"/>
                </a:lnTo>
                <a:lnTo>
                  <a:pt x="3744592" y="159988"/>
                </a:lnTo>
                <a:lnTo>
                  <a:pt x="3831675" y="140311"/>
                </a:lnTo>
                <a:lnTo>
                  <a:pt x="3918759" y="120743"/>
                </a:lnTo>
                <a:lnTo>
                  <a:pt x="4005842" y="101638"/>
                </a:lnTo>
                <a:lnTo>
                  <a:pt x="4092926" y="83341"/>
                </a:lnTo>
                <a:lnTo>
                  <a:pt x="4180009" y="66183"/>
                </a:lnTo>
                <a:lnTo>
                  <a:pt x="4267093" y="50476"/>
                </a:lnTo>
                <a:lnTo>
                  <a:pt x="4354176" y="36503"/>
                </a:lnTo>
                <a:lnTo>
                  <a:pt x="4441260" y="24518"/>
                </a:lnTo>
                <a:lnTo>
                  <a:pt x="4528343" y="14737"/>
                </a:lnTo>
                <a:lnTo>
                  <a:pt x="4615427" y="7337"/>
                </a:lnTo>
                <a:lnTo>
                  <a:pt x="4702511" y="2453"/>
                </a:lnTo>
                <a:lnTo>
                  <a:pt x="4789594" y="173"/>
                </a:lnTo>
                <a:lnTo>
                  <a:pt x="4876678" y="537"/>
                </a:lnTo>
                <a:lnTo>
                  <a:pt x="4963761" y="3540"/>
                </a:lnTo>
                <a:lnTo>
                  <a:pt x="5050845" y="9127"/>
                </a:lnTo>
                <a:lnTo>
                  <a:pt x="5137928" y="17197"/>
                </a:lnTo>
                <a:lnTo>
                  <a:pt x="5225012" y="27604"/>
                </a:lnTo>
                <a:lnTo>
                  <a:pt x="5312095" y="40159"/>
                </a:lnTo>
                <a:lnTo>
                  <a:pt x="5399179" y="54636"/>
                </a:lnTo>
                <a:lnTo>
                  <a:pt x="5486262" y="70772"/>
                </a:lnTo>
                <a:lnTo>
                  <a:pt x="5573346" y="88275"/>
                </a:lnTo>
                <a:lnTo>
                  <a:pt x="5660429" y="106828"/>
                </a:lnTo>
                <a:lnTo>
                  <a:pt x="5747513" y="126096"/>
                </a:lnTo>
                <a:lnTo>
                  <a:pt x="5834596" y="145729"/>
                </a:lnTo>
                <a:lnTo>
                  <a:pt x="5921680" y="165373"/>
                </a:lnTo>
                <a:lnTo>
                  <a:pt x="6008764" y="184672"/>
                </a:lnTo>
                <a:lnTo>
                  <a:pt x="6095847" y="203276"/>
                </a:lnTo>
                <a:lnTo>
                  <a:pt x="6182931" y="220849"/>
                </a:lnTo>
                <a:lnTo>
                  <a:pt x="6270014" y="237073"/>
                </a:lnTo>
                <a:lnTo>
                  <a:pt x="6357098" y="251653"/>
                </a:lnTo>
                <a:lnTo>
                  <a:pt x="6444181" y="264327"/>
                </a:lnTo>
                <a:lnTo>
                  <a:pt x="6531265" y="274864"/>
                </a:lnTo>
                <a:lnTo>
                  <a:pt x="6618348" y="283075"/>
                </a:lnTo>
                <a:lnTo>
                  <a:pt x="6705432" y="288810"/>
                </a:lnTo>
                <a:lnTo>
                  <a:pt x="6792515" y="291965"/>
                </a:lnTo>
                <a:lnTo>
                  <a:pt x="6879599" y="292484"/>
                </a:lnTo>
                <a:lnTo>
                  <a:pt x="6966682" y="290357"/>
                </a:lnTo>
                <a:lnTo>
                  <a:pt x="7053766" y="285622"/>
                </a:lnTo>
                <a:lnTo>
                  <a:pt x="7140850" y="278366"/>
                </a:lnTo>
                <a:lnTo>
                  <a:pt x="7227933" y="268719"/>
                </a:lnTo>
                <a:lnTo>
                  <a:pt x="7315017" y="256856"/>
                </a:lnTo>
                <a:lnTo>
                  <a:pt x="7402100" y="242993"/>
                </a:lnTo>
                <a:lnTo>
                  <a:pt x="7489184" y="227379"/>
                </a:lnTo>
                <a:lnTo>
                  <a:pt x="7576267" y="210298"/>
                </a:lnTo>
                <a:lnTo>
                  <a:pt x="7663351" y="192058"/>
                </a:lnTo>
                <a:lnTo>
                  <a:pt x="7750434" y="172990"/>
                </a:lnTo>
                <a:lnTo>
                  <a:pt x="7837518" y="153439"/>
                </a:lnTo>
                <a:lnTo>
                  <a:pt x="7924601" y="133759"/>
                </a:lnTo>
                <a:lnTo>
                  <a:pt x="8011685" y="114306"/>
                </a:lnTo>
                <a:lnTo>
                  <a:pt x="8098768" y="95432"/>
                </a:lnTo>
                <a:lnTo>
                  <a:pt x="8185852" y="77479"/>
                </a:lnTo>
                <a:lnTo>
                  <a:pt x="8272936" y="60772"/>
                </a:lnTo>
                <a:lnTo>
                  <a:pt x="8360019" y="45612"/>
                </a:lnTo>
                <a:lnTo>
                  <a:pt x="8447103" y="32276"/>
                </a:lnTo>
                <a:lnTo>
                  <a:pt x="8534186" y="21003"/>
                </a:lnTo>
                <a:lnTo>
                  <a:pt x="8621270" y="11998"/>
                </a:lnTo>
                <a:lnTo>
                  <a:pt x="8708353" y="5424"/>
                </a:lnTo>
                <a:lnTo>
                  <a:pt x="8795437" y="1401"/>
                </a:lnTo>
                <a:lnTo>
                  <a:pt x="8882520" y="0"/>
                </a:lnTo>
                <a:lnTo>
                  <a:pt x="8969604" y="1247"/>
                </a:lnTo>
                <a:lnTo>
                  <a:pt x="9056687" y="5119"/>
                </a:lnTo>
                <a:lnTo>
                  <a:pt x="9143771" y="11548"/>
                </a:lnTo>
                <a:lnTo>
                  <a:pt x="9230854" y="20415"/>
                </a:lnTo>
                <a:lnTo>
                  <a:pt x="9317938" y="31561"/>
                </a:lnTo>
                <a:lnTo>
                  <a:pt x="9405022" y="44784"/>
                </a:lnTo>
                <a:lnTo>
                  <a:pt x="9492105" y="59844"/>
                </a:lnTo>
                <a:lnTo>
                  <a:pt x="9579189" y="76469"/>
                </a:lnTo>
                <a:lnTo>
                  <a:pt x="9666272" y="94359"/>
                </a:lnTo>
                <a:lnTo>
                  <a:pt x="9753356" y="113188"/>
                </a:lnTo>
                <a:lnTo>
                  <a:pt x="9840439" y="132617"/>
                </a:lnTo>
                <a:lnTo>
                  <a:pt x="9927523" y="152294"/>
                </a:lnTo>
                <a:lnTo>
                  <a:pt x="10014606" y="171862"/>
                </a:lnTo>
                <a:lnTo>
                  <a:pt x="10101690" y="190967"/>
                </a:lnTo>
                <a:lnTo>
                  <a:pt x="10188773" y="209264"/>
                </a:lnTo>
                <a:lnTo>
                  <a:pt x="10275857" y="226422"/>
                </a:lnTo>
                <a:lnTo>
                  <a:pt x="10362940" y="242129"/>
                </a:lnTo>
                <a:lnTo>
                  <a:pt x="10450024" y="256102"/>
                </a:lnTo>
                <a:lnTo>
                  <a:pt x="10537107" y="268087"/>
                </a:lnTo>
                <a:lnTo>
                  <a:pt x="10624191" y="277868"/>
                </a:lnTo>
                <a:lnTo>
                  <a:pt x="10711275" y="285268"/>
                </a:lnTo>
                <a:lnTo>
                  <a:pt x="10798358" y="290152"/>
                </a:lnTo>
                <a:lnTo>
                  <a:pt x="10885442" y="292432"/>
                </a:lnTo>
                <a:lnTo>
                  <a:pt x="10972525" y="292068"/>
                </a:lnTo>
                <a:lnTo>
                  <a:pt x="11059609" y="289065"/>
                </a:lnTo>
                <a:lnTo>
                  <a:pt x="11146692" y="283478"/>
                </a:lnTo>
                <a:lnTo>
                  <a:pt x="11233776" y="275408"/>
                </a:lnTo>
                <a:lnTo>
                  <a:pt x="11320859" y="265001"/>
                </a:lnTo>
                <a:lnTo>
                  <a:pt x="11407943" y="252446"/>
                </a:lnTo>
                <a:lnTo>
                  <a:pt x="11495026" y="237969"/>
                </a:lnTo>
                <a:lnTo>
                  <a:pt x="11582110" y="221833"/>
                </a:lnTo>
                <a:lnTo>
                  <a:pt x="11669193" y="204330"/>
                </a:lnTo>
                <a:lnTo>
                  <a:pt x="11756277" y="185777"/>
                </a:lnTo>
                <a:lnTo>
                  <a:pt x="11843361" y="166509"/>
                </a:lnTo>
                <a:lnTo>
                  <a:pt x="11930444" y="146876"/>
                </a:lnTo>
                <a:lnTo>
                  <a:pt x="12017528" y="127232"/>
                </a:lnTo>
                <a:lnTo>
                  <a:pt x="12104611" y="107933"/>
                </a:lnTo>
                <a:lnTo>
                  <a:pt x="12191695" y="89329"/>
                </a:lnTo>
              </a:path>
            </a:pathLst>
          </a:custGeom>
          <a:noFill/>
          <a:ln w="25400">
            <a:solidFill>
              <a:srgbClr val="1E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239608"/>
            <a:ext cx="12191695" cy="402239"/>
          </a:xfrm>
          <a:custGeom>
            <a:avLst/>
            <a:gdLst/>
            <a:ahLst/>
            <a:cxnLst/>
            <a:rect l="l" t="t" r="r" b="b"/>
            <a:pathLst>
              <a:path w="12191695" h="402239">
                <a:moveTo>
                  <a:pt x="0" y="21789"/>
                </a:moveTo>
                <a:lnTo>
                  <a:pt x="87083" y="13341"/>
                </a:lnTo>
                <a:lnTo>
                  <a:pt x="174167" y="6892"/>
                </a:lnTo>
                <a:lnTo>
                  <a:pt x="261250" y="2509"/>
                </a:lnTo>
                <a:lnTo>
                  <a:pt x="348334" y="241"/>
                </a:lnTo>
                <a:lnTo>
                  <a:pt x="435417" y="110"/>
                </a:lnTo>
                <a:lnTo>
                  <a:pt x="522501" y="2119"/>
                </a:lnTo>
                <a:lnTo>
                  <a:pt x="609584" y="6246"/>
                </a:lnTo>
                <a:lnTo>
                  <a:pt x="696668" y="12447"/>
                </a:lnTo>
                <a:lnTo>
                  <a:pt x="783751" y="20656"/>
                </a:lnTo>
                <a:lnTo>
                  <a:pt x="870835" y="30785"/>
                </a:lnTo>
                <a:lnTo>
                  <a:pt x="957918" y="42727"/>
                </a:lnTo>
                <a:lnTo>
                  <a:pt x="1045002" y="56356"/>
                </a:lnTo>
                <a:lnTo>
                  <a:pt x="1132085" y="71524"/>
                </a:lnTo>
                <a:lnTo>
                  <a:pt x="1219169" y="88072"/>
                </a:lnTo>
                <a:lnTo>
                  <a:pt x="1306253" y="105823"/>
                </a:lnTo>
                <a:lnTo>
                  <a:pt x="1393336" y="124587"/>
                </a:lnTo>
                <a:lnTo>
                  <a:pt x="1480420" y="144166"/>
                </a:lnTo>
                <a:lnTo>
                  <a:pt x="1567503" y="164351"/>
                </a:lnTo>
                <a:lnTo>
                  <a:pt x="1654587" y="184927"/>
                </a:lnTo>
                <a:lnTo>
                  <a:pt x="1741670" y="205674"/>
                </a:lnTo>
                <a:lnTo>
                  <a:pt x="1828754" y="226373"/>
                </a:lnTo>
                <a:lnTo>
                  <a:pt x="1915837" y="246802"/>
                </a:lnTo>
                <a:lnTo>
                  <a:pt x="2002921" y="266744"/>
                </a:lnTo>
                <a:lnTo>
                  <a:pt x="2090004" y="285988"/>
                </a:lnTo>
                <a:lnTo>
                  <a:pt x="2177088" y="304327"/>
                </a:lnTo>
                <a:lnTo>
                  <a:pt x="2264171" y="321567"/>
                </a:lnTo>
                <a:lnTo>
                  <a:pt x="2351255" y="337524"/>
                </a:lnTo>
                <a:lnTo>
                  <a:pt x="2438339" y="352029"/>
                </a:lnTo>
                <a:lnTo>
                  <a:pt x="2525422" y="364926"/>
                </a:lnTo>
                <a:lnTo>
                  <a:pt x="2612506" y="376080"/>
                </a:lnTo>
                <a:lnTo>
                  <a:pt x="2699589" y="385370"/>
                </a:lnTo>
                <a:lnTo>
                  <a:pt x="2786673" y="392698"/>
                </a:lnTo>
                <a:lnTo>
                  <a:pt x="2873756" y="397986"/>
                </a:lnTo>
                <a:lnTo>
                  <a:pt x="2960840" y="401178"/>
                </a:lnTo>
                <a:lnTo>
                  <a:pt x="3047923" y="402239"/>
                </a:lnTo>
                <a:lnTo>
                  <a:pt x="3135007" y="401160"/>
                </a:lnTo>
                <a:lnTo>
                  <a:pt x="3222090" y="397949"/>
                </a:lnTo>
                <a:lnTo>
                  <a:pt x="3309174" y="392644"/>
                </a:lnTo>
                <a:lnTo>
                  <a:pt x="3396257" y="385298"/>
                </a:lnTo>
                <a:lnTo>
                  <a:pt x="3483341" y="375992"/>
                </a:lnTo>
                <a:lnTo>
                  <a:pt x="3570425" y="364823"/>
                </a:lnTo>
                <a:lnTo>
                  <a:pt x="3657508" y="351911"/>
                </a:lnTo>
                <a:lnTo>
                  <a:pt x="3744592" y="337393"/>
                </a:lnTo>
                <a:lnTo>
                  <a:pt x="3831675" y="321424"/>
                </a:lnTo>
                <a:lnTo>
                  <a:pt x="3918759" y="304174"/>
                </a:lnTo>
                <a:lnTo>
                  <a:pt x="4005842" y="285826"/>
                </a:lnTo>
                <a:lnTo>
                  <a:pt x="4092926" y="266576"/>
                </a:lnTo>
                <a:lnTo>
                  <a:pt x="4180009" y="246629"/>
                </a:lnTo>
                <a:lnTo>
                  <a:pt x="4267093" y="226196"/>
                </a:lnTo>
                <a:lnTo>
                  <a:pt x="4354176" y="205496"/>
                </a:lnTo>
                <a:lnTo>
                  <a:pt x="4441260" y="184749"/>
                </a:lnTo>
                <a:lnTo>
                  <a:pt x="4528343" y="164176"/>
                </a:lnTo>
                <a:lnTo>
                  <a:pt x="4615427" y="143996"/>
                </a:lnTo>
                <a:lnTo>
                  <a:pt x="4702511" y="124423"/>
                </a:lnTo>
                <a:lnTo>
                  <a:pt x="4789594" y="105666"/>
                </a:lnTo>
                <a:lnTo>
                  <a:pt x="4876678" y="87925"/>
                </a:lnTo>
                <a:lnTo>
                  <a:pt x="4963761" y="71388"/>
                </a:lnTo>
                <a:lnTo>
                  <a:pt x="5050845" y="56232"/>
                </a:lnTo>
                <a:lnTo>
                  <a:pt x="5137928" y="42618"/>
                </a:lnTo>
                <a:lnTo>
                  <a:pt x="5225012" y="30690"/>
                </a:lnTo>
                <a:lnTo>
                  <a:pt x="5312095" y="20577"/>
                </a:lnTo>
                <a:lnTo>
                  <a:pt x="5399179" y="12385"/>
                </a:lnTo>
                <a:lnTo>
                  <a:pt x="5486262" y="6201"/>
                </a:lnTo>
                <a:lnTo>
                  <a:pt x="5573346" y="2093"/>
                </a:lnTo>
                <a:lnTo>
                  <a:pt x="5660429" y="102"/>
                </a:lnTo>
                <a:lnTo>
                  <a:pt x="5747513" y="251"/>
                </a:lnTo>
                <a:lnTo>
                  <a:pt x="5834596" y="2538"/>
                </a:lnTo>
                <a:lnTo>
                  <a:pt x="5921680" y="6938"/>
                </a:lnTo>
                <a:lnTo>
                  <a:pt x="6008764" y="13405"/>
                </a:lnTo>
                <a:lnTo>
                  <a:pt x="6095847" y="21870"/>
                </a:lnTo>
                <a:lnTo>
                  <a:pt x="6182931" y="32242"/>
                </a:lnTo>
                <a:lnTo>
                  <a:pt x="6270014" y="44412"/>
                </a:lnTo>
                <a:lnTo>
                  <a:pt x="6357098" y="58250"/>
                </a:lnTo>
                <a:lnTo>
                  <a:pt x="6444181" y="73608"/>
                </a:lnTo>
                <a:lnTo>
                  <a:pt x="6531265" y="90323"/>
                </a:lnTo>
                <a:lnTo>
                  <a:pt x="6618348" y="108217"/>
                </a:lnTo>
                <a:lnTo>
                  <a:pt x="6705432" y="127099"/>
                </a:lnTo>
                <a:lnTo>
                  <a:pt x="6792515" y="146769"/>
                </a:lnTo>
                <a:lnTo>
                  <a:pt x="6879599" y="167017"/>
                </a:lnTo>
                <a:lnTo>
                  <a:pt x="6966682" y="187628"/>
                </a:lnTo>
                <a:lnTo>
                  <a:pt x="7053766" y="208382"/>
                </a:lnTo>
                <a:lnTo>
                  <a:pt x="7140850" y="229057"/>
                </a:lnTo>
                <a:lnTo>
                  <a:pt x="7227933" y="249435"/>
                </a:lnTo>
                <a:lnTo>
                  <a:pt x="7315017" y="269298"/>
                </a:lnTo>
                <a:lnTo>
                  <a:pt x="7402100" y="288435"/>
                </a:lnTo>
                <a:lnTo>
                  <a:pt x="7489184" y="306642"/>
                </a:lnTo>
                <a:lnTo>
                  <a:pt x="7576267" y="323725"/>
                </a:lnTo>
                <a:lnTo>
                  <a:pt x="7663351" y="339502"/>
                </a:lnTo>
                <a:lnTo>
                  <a:pt x="7750434" y="353805"/>
                </a:lnTo>
                <a:lnTo>
                  <a:pt x="7837518" y="366483"/>
                </a:lnTo>
                <a:lnTo>
                  <a:pt x="7924601" y="377399"/>
                </a:lnTo>
                <a:lnTo>
                  <a:pt x="8011685" y="386439"/>
                </a:lnTo>
                <a:lnTo>
                  <a:pt x="8098768" y="393505"/>
                </a:lnTo>
                <a:lnTo>
                  <a:pt x="8185852" y="398522"/>
                </a:lnTo>
                <a:lnTo>
                  <a:pt x="8272936" y="401438"/>
                </a:lnTo>
                <a:lnTo>
                  <a:pt x="8360019" y="402220"/>
                </a:lnTo>
                <a:lnTo>
                  <a:pt x="8447103" y="400861"/>
                </a:lnTo>
                <a:lnTo>
                  <a:pt x="8534186" y="397375"/>
                </a:lnTo>
                <a:lnTo>
                  <a:pt x="8621270" y="391800"/>
                </a:lnTo>
                <a:lnTo>
                  <a:pt x="8708353" y="384194"/>
                </a:lnTo>
                <a:lnTo>
                  <a:pt x="8795437" y="374638"/>
                </a:lnTo>
                <a:lnTo>
                  <a:pt x="8882520" y="363235"/>
                </a:lnTo>
                <a:lnTo>
                  <a:pt x="8969604" y="350105"/>
                </a:lnTo>
                <a:lnTo>
                  <a:pt x="9056687" y="335389"/>
                </a:lnTo>
                <a:lnTo>
                  <a:pt x="9143771" y="319243"/>
                </a:lnTo>
                <a:lnTo>
                  <a:pt x="9230854" y="301839"/>
                </a:lnTo>
                <a:lnTo>
                  <a:pt x="9317938" y="283362"/>
                </a:lnTo>
                <a:lnTo>
                  <a:pt x="9405022" y="264009"/>
                </a:lnTo>
                <a:lnTo>
                  <a:pt x="9492105" y="243986"/>
                </a:lnTo>
                <a:lnTo>
                  <a:pt x="9579189" y="223507"/>
                </a:lnTo>
                <a:lnTo>
                  <a:pt x="9666272" y="202788"/>
                </a:lnTo>
                <a:lnTo>
                  <a:pt x="9753356" y="182051"/>
                </a:lnTo>
                <a:lnTo>
                  <a:pt x="9840439" y="161517"/>
                </a:lnTo>
                <a:lnTo>
                  <a:pt x="9927523" y="141404"/>
                </a:lnTo>
                <a:lnTo>
                  <a:pt x="10014606" y="121926"/>
                </a:lnTo>
                <a:lnTo>
                  <a:pt x="10101690" y="103290"/>
                </a:lnTo>
                <a:lnTo>
                  <a:pt x="10188773" y="85696"/>
                </a:lnTo>
                <a:lnTo>
                  <a:pt x="10275857" y="69329"/>
                </a:lnTo>
                <a:lnTo>
                  <a:pt x="10362940" y="54365"/>
                </a:lnTo>
                <a:lnTo>
                  <a:pt x="10450024" y="40963"/>
                </a:lnTo>
                <a:lnTo>
                  <a:pt x="10537107" y="29266"/>
                </a:lnTo>
                <a:lnTo>
                  <a:pt x="10624191" y="19397"/>
                </a:lnTo>
                <a:lnTo>
                  <a:pt x="10711275" y="11463"/>
                </a:lnTo>
                <a:lnTo>
                  <a:pt x="10798358" y="5547"/>
                </a:lnTo>
                <a:lnTo>
                  <a:pt x="10885442" y="1712"/>
                </a:lnTo>
                <a:lnTo>
                  <a:pt x="10972525" y="0"/>
                </a:lnTo>
                <a:lnTo>
                  <a:pt x="11059609" y="428"/>
                </a:lnTo>
                <a:lnTo>
                  <a:pt x="11146692" y="2993"/>
                </a:lnTo>
                <a:lnTo>
                  <a:pt x="11233776" y="7666"/>
                </a:lnTo>
                <a:lnTo>
                  <a:pt x="11320859" y="14398"/>
                </a:lnTo>
                <a:lnTo>
                  <a:pt x="11407943" y="23117"/>
                </a:lnTo>
                <a:lnTo>
                  <a:pt x="11495026" y="33731"/>
                </a:lnTo>
                <a:lnTo>
                  <a:pt x="11582110" y="46126"/>
                </a:lnTo>
                <a:lnTo>
                  <a:pt x="11669193" y="60170"/>
                </a:lnTo>
                <a:lnTo>
                  <a:pt x="11756277" y="75715"/>
                </a:lnTo>
                <a:lnTo>
                  <a:pt x="11843361" y="92594"/>
                </a:lnTo>
                <a:lnTo>
                  <a:pt x="11930444" y="110628"/>
                </a:lnTo>
                <a:lnTo>
                  <a:pt x="12017528" y="129625"/>
                </a:lnTo>
                <a:lnTo>
                  <a:pt x="12104611" y="149382"/>
                </a:lnTo>
                <a:lnTo>
                  <a:pt x="12191695" y="169690"/>
                </a:lnTo>
              </a:path>
            </a:pathLst>
          </a:custGeom>
          <a:noFill/>
          <a:ln w="27940">
            <a:solidFill>
              <a:srgbClr val="2A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596130"/>
            <a:ext cx="12191695" cy="548593"/>
          </a:xfrm>
          <a:custGeom>
            <a:avLst/>
            <a:gdLst/>
            <a:ahLst/>
            <a:cxnLst/>
            <a:rect l="l" t="t" r="r" b="b"/>
            <a:pathLst>
              <a:path w="12191695" h="548593">
                <a:moveTo>
                  <a:pt x="0" y="274318"/>
                </a:moveTo>
                <a:lnTo>
                  <a:pt x="87083" y="253408"/>
                </a:lnTo>
                <a:lnTo>
                  <a:pt x="174167" y="232621"/>
                </a:lnTo>
                <a:lnTo>
                  <a:pt x="261250" y="212076"/>
                </a:lnTo>
                <a:lnTo>
                  <a:pt x="348334" y="191893"/>
                </a:lnTo>
                <a:lnTo>
                  <a:pt x="435417" y="172190"/>
                </a:lnTo>
                <a:lnTo>
                  <a:pt x="522501" y="153081"/>
                </a:lnTo>
                <a:lnTo>
                  <a:pt x="609584" y="134677"/>
                </a:lnTo>
                <a:lnTo>
                  <a:pt x="696668" y="117086"/>
                </a:lnTo>
                <a:lnTo>
                  <a:pt x="783751" y="100410"/>
                </a:lnTo>
                <a:lnTo>
                  <a:pt x="870835" y="84745"/>
                </a:lnTo>
                <a:lnTo>
                  <a:pt x="957918" y="70184"/>
                </a:lnTo>
                <a:lnTo>
                  <a:pt x="1045002" y="56810"/>
                </a:lnTo>
                <a:lnTo>
                  <a:pt x="1132085" y="44701"/>
                </a:lnTo>
                <a:lnTo>
                  <a:pt x="1219169" y="33929"/>
                </a:lnTo>
                <a:lnTo>
                  <a:pt x="1306253" y="24555"/>
                </a:lnTo>
                <a:lnTo>
                  <a:pt x="1393336" y="16635"/>
                </a:lnTo>
                <a:lnTo>
                  <a:pt x="1480420" y="10213"/>
                </a:lnTo>
                <a:lnTo>
                  <a:pt x="1567503" y="5329"/>
                </a:lnTo>
                <a:lnTo>
                  <a:pt x="1654587" y="2009"/>
                </a:lnTo>
                <a:lnTo>
                  <a:pt x="1741670" y="274"/>
                </a:lnTo>
                <a:lnTo>
                  <a:pt x="1828754" y="133"/>
                </a:lnTo>
                <a:lnTo>
                  <a:pt x="1915837" y="1587"/>
                </a:lnTo>
                <a:lnTo>
                  <a:pt x="2002921" y="4628"/>
                </a:lnTo>
                <a:lnTo>
                  <a:pt x="2090004" y="9239"/>
                </a:lnTo>
                <a:lnTo>
                  <a:pt x="2177088" y="15391"/>
                </a:lnTo>
                <a:lnTo>
                  <a:pt x="2264171" y="23051"/>
                </a:lnTo>
                <a:lnTo>
                  <a:pt x="2351255" y="32172"/>
                </a:lnTo>
                <a:lnTo>
                  <a:pt x="2438339" y="42701"/>
                </a:lnTo>
                <a:lnTo>
                  <a:pt x="2525422" y="54579"/>
                </a:lnTo>
                <a:lnTo>
                  <a:pt x="2612506" y="67735"/>
                </a:lnTo>
                <a:lnTo>
                  <a:pt x="2699589" y="82093"/>
                </a:lnTo>
                <a:lnTo>
                  <a:pt x="2786673" y="97569"/>
                </a:lnTo>
                <a:lnTo>
                  <a:pt x="2873756" y="114074"/>
                </a:lnTo>
                <a:lnTo>
                  <a:pt x="2960840" y="131511"/>
                </a:lnTo>
                <a:lnTo>
                  <a:pt x="3047923" y="149779"/>
                </a:lnTo>
                <a:lnTo>
                  <a:pt x="3135007" y="168771"/>
                </a:lnTo>
                <a:lnTo>
                  <a:pt x="3222090" y="188378"/>
                </a:lnTo>
                <a:lnTo>
                  <a:pt x="3309174" y="208485"/>
                </a:lnTo>
                <a:lnTo>
                  <a:pt x="3396257" y="228974"/>
                </a:lnTo>
                <a:lnTo>
                  <a:pt x="3483341" y="249728"/>
                </a:lnTo>
                <a:lnTo>
                  <a:pt x="3570425" y="270624"/>
                </a:lnTo>
                <a:lnTo>
                  <a:pt x="3657508" y="291542"/>
                </a:lnTo>
                <a:lnTo>
                  <a:pt x="3744592" y="312360"/>
                </a:lnTo>
                <a:lnTo>
                  <a:pt x="3831675" y="332956"/>
                </a:lnTo>
                <a:lnTo>
                  <a:pt x="3918759" y="353212"/>
                </a:lnTo>
                <a:lnTo>
                  <a:pt x="4005842" y="373008"/>
                </a:lnTo>
                <a:lnTo>
                  <a:pt x="4092926" y="392230"/>
                </a:lnTo>
                <a:lnTo>
                  <a:pt x="4180009" y="410766"/>
                </a:lnTo>
                <a:lnTo>
                  <a:pt x="4267093" y="428508"/>
                </a:lnTo>
                <a:lnTo>
                  <a:pt x="4354176" y="445353"/>
                </a:lnTo>
                <a:lnTo>
                  <a:pt x="4441260" y="461203"/>
                </a:lnTo>
                <a:lnTo>
                  <a:pt x="4528343" y="475966"/>
                </a:lnTo>
                <a:lnTo>
                  <a:pt x="4615427" y="489555"/>
                </a:lnTo>
                <a:lnTo>
                  <a:pt x="4702511" y="501892"/>
                </a:lnTo>
                <a:lnTo>
                  <a:pt x="4789594" y="512905"/>
                </a:lnTo>
                <a:lnTo>
                  <a:pt x="4876678" y="522530"/>
                </a:lnTo>
                <a:lnTo>
                  <a:pt x="4963761" y="530710"/>
                </a:lnTo>
                <a:lnTo>
                  <a:pt x="5050845" y="537399"/>
                </a:lnTo>
                <a:lnTo>
                  <a:pt x="5137928" y="542557"/>
                </a:lnTo>
                <a:lnTo>
                  <a:pt x="5225012" y="546155"/>
                </a:lnTo>
                <a:lnTo>
                  <a:pt x="5312095" y="548171"/>
                </a:lnTo>
                <a:lnTo>
                  <a:pt x="5399179" y="548593"/>
                </a:lnTo>
                <a:lnTo>
                  <a:pt x="5486262" y="547420"/>
                </a:lnTo>
                <a:lnTo>
                  <a:pt x="5573346" y="544658"/>
                </a:lnTo>
                <a:lnTo>
                  <a:pt x="5660429" y="540323"/>
                </a:lnTo>
                <a:lnTo>
                  <a:pt x="5747513" y="534440"/>
                </a:lnTo>
                <a:lnTo>
                  <a:pt x="5834596" y="527044"/>
                </a:lnTo>
                <a:lnTo>
                  <a:pt x="5921680" y="518177"/>
                </a:lnTo>
                <a:lnTo>
                  <a:pt x="6008764" y="507892"/>
                </a:lnTo>
                <a:lnTo>
                  <a:pt x="6095847" y="496247"/>
                </a:lnTo>
                <a:lnTo>
                  <a:pt x="6182931" y="483311"/>
                </a:lnTo>
                <a:lnTo>
                  <a:pt x="6270014" y="469160"/>
                </a:lnTo>
                <a:lnTo>
                  <a:pt x="6357098" y="453874"/>
                </a:lnTo>
                <a:lnTo>
                  <a:pt x="6444181" y="437544"/>
                </a:lnTo>
                <a:lnTo>
                  <a:pt x="6531265" y="420265"/>
                </a:lnTo>
                <a:lnTo>
                  <a:pt x="6618348" y="402136"/>
                </a:lnTo>
                <a:lnTo>
                  <a:pt x="6705432" y="383263"/>
                </a:lnTo>
                <a:lnTo>
                  <a:pt x="6792515" y="363757"/>
                </a:lnTo>
                <a:lnTo>
                  <a:pt x="6879599" y="343730"/>
                </a:lnTo>
                <a:lnTo>
                  <a:pt x="6966682" y="323299"/>
                </a:lnTo>
                <a:lnTo>
                  <a:pt x="7053766" y="302584"/>
                </a:lnTo>
                <a:lnTo>
                  <a:pt x="7140850" y="281703"/>
                </a:lnTo>
                <a:lnTo>
                  <a:pt x="7227933" y="260780"/>
                </a:lnTo>
                <a:lnTo>
                  <a:pt x="7315017" y="239936"/>
                </a:lnTo>
                <a:lnTo>
                  <a:pt x="7402100" y="219292"/>
                </a:lnTo>
                <a:lnTo>
                  <a:pt x="7489184" y="198968"/>
                </a:lnTo>
                <a:lnTo>
                  <a:pt x="7576267" y="179082"/>
                </a:lnTo>
                <a:lnTo>
                  <a:pt x="7663351" y="159750"/>
                </a:lnTo>
                <a:lnTo>
                  <a:pt x="7750434" y="141085"/>
                </a:lnTo>
                <a:lnTo>
                  <a:pt x="7837518" y="123195"/>
                </a:lnTo>
                <a:lnTo>
                  <a:pt x="7924601" y="106185"/>
                </a:lnTo>
                <a:lnTo>
                  <a:pt x="8011685" y="90152"/>
                </a:lnTo>
                <a:lnTo>
                  <a:pt x="8098768" y="75192"/>
                </a:lnTo>
                <a:lnTo>
                  <a:pt x="8185852" y="61389"/>
                </a:lnTo>
                <a:lnTo>
                  <a:pt x="8272936" y="48826"/>
                </a:lnTo>
                <a:lnTo>
                  <a:pt x="8360019" y="37574"/>
                </a:lnTo>
                <a:lnTo>
                  <a:pt x="8447103" y="27700"/>
                </a:lnTo>
                <a:lnTo>
                  <a:pt x="8534186" y="19261"/>
                </a:lnTo>
                <a:lnTo>
                  <a:pt x="8621270" y="12306"/>
                </a:lnTo>
                <a:lnTo>
                  <a:pt x="8708353" y="6875"/>
                </a:lnTo>
                <a:lnTo>
                  <a:pt x="8795437" y="3001"/>
                </a:lnTo>
                <a:lnTo>
                  <a:pt x="8882520" y="704"/>
                </a:lnTo>
                <a:lnTo>
                  <a:pt x="8969604" y="0"/>
                </a:lnTo>
                <a:lnTo>
                  <a:pt x="9056687" y="892"/>
                </a:lnTo>
                <a:lnTo>
                  <a:pt x="9143771" y="3375"/>
                </a:lnTo>
                <a:lnTo>
                  <a:pt x="9230854" y="7434"/>
                </a:lnTo>
                <a:lnTo>
                  <a:pt x="9317938" y="13046"/>
                </a:lnTo>
                <a:lnTo>
                  <a:pt x="9405022" y="20178"/>
                </a:lnTo>
                <a:lnTo>
                  <a:pt x="9492105" y="28789"/>
                </a:lnTo>
                <a:lnTo>
                  <a:pt x="9579189" y="38828"/>
                </a:lnTo>
                <a:lnTo>
                  <a:pt x="9666272" y="50237"/>
                </a:lnTo>
                <a:lnTo>
                  <a:pt x="9753356" y="62950"/>
                </a:lnTo>
                <a:lnTo>
                  <a:pt x="9840439" y="76893"/>
                </a:lnTo>
                <a:lnTo>
                  <a:pt x="9927523" y="91985"/>
                </a:lnTo>
                <a:lnTo>
                  <a:pt x="10014606" y="108137"/>
                </a:lnTo>
                <a:lnTo>
                  <a:pt x="10101690" y="125256"/>
                </a:lnTo>
                <a:lnTo>
                  <a:pt x="10188773" y="143243"/>
                </a:lnTo>
                <a:lnTo>
                  <a:pt x="10275857" y="161992"/>
                </a:lnTo>
                <a:lnTo>
                  <a:pt x="10362940" y="181395"/>
                </a:lnTo>
                <a:lnTo>
                  <a:pt x="10450024" y="201338"/>
                </a:lnTo>
                <a:lnTo>
                  <a:pt x="10537107" y="221706"/>
                </a:lnTo>
                <a:lnTo>
                  <a:pt x="10624191" y="242380"/>
                </a:lnTo>
                <a:lnTo>
                  <a:pt x="10711275" y="263240"/>
                </a:lnTo>
                <a:lnTo>
                  <a:pt x="10798358" y="284165"/>
                </a:lnTo>
                <a:lnTo>
                  <a:pt x="10885442" y="305032"/>
                </a:lnTo>
                <a:lnTo>
                  <a:pt x="10972525" y="325720"/>
                </a:lnTo>
                <a:lnTo>
                  <a:pt x="11059609" y="346109"/>
                </a:lnTo>
                <a:lnTo>
                  <a:pt x="11146692" y="366081"/>
                </a:lnTo>
                <a:lnTo>
                  <a:pt x="11233776" y="385518"/>
                </a:lnTo>
                <a:lnTo>
                  <a:pt x="11320859" y="404309"/>
                </a:lnTo>
                <a:lnTo>
                  <a:pt x="11407943" y="422344"/>
                </a:lnTo>
                <a:lnTo>
                  <a:pt x="11495026" y="439517"/>
                </a:lnTo>
                <a:lnTo>
                  <a:pt x="11582110" y="455729"/>
                </a:lnTo>
                <a:lnTo>
                  <a:pt x="11669193" y="470885"/>
                </a:lnTo>
                <a:lnTo>
                  <a:pt x="11756277" y="484898"/>
                </a:lnTo>
                <a:lnTo>
                  <a:pt x="11843361" y="497685"/>
                </a:lnTo>
                <a:lnTo>
                  <a:pt x="11930444" y="509173"/>
                </a:lnTo>
                <a:lnTo>
                  <a:pt x="12017528" y="519295"/>
                </a:lnTo>
                <a:lnTo>
                  <a:pt x="12104611" y="527991"/>
                </a:lnTo>
                <a:lnTo>
                  <a:pt x="12191695" y="535211"/>
                </a:lnTo>
              </a:path>
            </a:pathLst>
          </a:custGeom>
          <a:noFill/>
          <a:ln w="3556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1463039"/>
            <a:ext cx="822960" cy="822960"/>
          </a:xfrm>
          <a:prstGeom prst="ellipse">
            <a:avLst/>
          </a:prstGeom>
          <a:solidFill>
            <a:srgbClr val="18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55480" y="1645919"/>
            <a:ext cx="457200" cy="457200"/>
          </a:xfrm>
          <a:prstGeom prst="ellipse">
            <a:avLst/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EAF2FA"/>
                </a:solidFill>
                <a:latin typeface="Calibri Light"/>
              </a:rPr>
              <a:t>Real-Time Water Simulator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246120"/>
            <a:ext cx="1920240" cy="0"/>
          </a:xfrm>
          <a:prstGeom prst="line">
            <a:avLst/>
          </a:prstGeom>
          <a:ln w="3175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3429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57C7E8"/>
                </a:solidFill>
                <a:latin typeface="Calibri Light"/>
              </a:rPr>
              <a:t>A GPU ocean you can sail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BA3BC"/>
                </a:solidFill>
                <a:latin typeface="Calibri"/>
              </a:rPr>
              <a:t>C++  ·  OpenGL 4.6 compute shaders  ·  live &amp; interactive at 100+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BA3BC"/>
                </a:solidFill>
                <a:latin typeface="Calibri"/>
              </a:rPr>
              <a:t>Computer 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57C7E8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One interactive world, four moving parts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14884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615184" cy="109728"/>
          </a:xfrm>
          <a:prstGeom prst="roundRect">
            <a:avLst>
              <a:gd name="adj" fmla="val 10000"/>
            </a:avLst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5328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EAF2FA"/>
                </a:solidFill>
                <a:latin typeface="Calibri Light"/>
              </a:rPr>
              <a:t>Ocean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200400"/>
            <a:ext cx="2212848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BA3BC"/>
                </a:solidFill>
                <a:latin typeface="Calibri Light"/>
              </a:rPr>
              <a:t>A physically-based sea, rebuilt on the GPU every frame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0752" y="214884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30752" y="2148840"/>
            <a:ext cx="2615184" cy="109728"/>
          </a:xfrm>
          <a:prstGeom prst="roundRect">
            <a:avLst>
              <a:gd name="adj" fmla="val 10000"/>
            </a:avLst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5328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EAF2FA"/>
                </a:solidFill>
                <a:latin typeface="Calibri Light"/>
              </a:rPr>
              <a:t>Boats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00400"/>
            <a:ext cx="2212848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BA3BC"/>
                </a:solidFill>
                <a:latin typeface="Calibri Light"/>
              </a:rPr>
              <a:t>Three vessels that float, tilt, and leave wakes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2824" y="214884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92824" y="2148840"/>
            <a:ext cx="2615184" cy="109728"/>
          </a:xfrm>
          <a:prstGeom prst="roundRect">
            <a:avLst>
              <a:gd name="adj" fmla="val 10000"/>
            </a:avLst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5328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EAF2FA"/>
                </a:solidFill>
                <a:latin typeface="Calibri Light"/>
              </a:rPr>
              <a:t>Weather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3200400"/>
            <a:ext cx="2212848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BA3BC"/>
                </a:solidFill>
                <a:latin typeface="Calibri Light"/>
              </a:rPr>
              <a:t>Rain, sun, and wind — calm to storm, on sliders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6" y="214884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54896" y="2148840"/>
            <a:ext cx="2615184" cy="109728"/>
          </a:xfrm>
          <a:prstGeom prst="roundRect">
            <a:avLst>
              <a:gd name="adj" fmla="val 10000"/>
            </a:avLst>
          </a:prstGeom>
          <a:solidFill>
            <a:srgbClr val="9A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5328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EAF2FA"/>
                </a:solidFill>
                <a:latin typeface="Calibri Light"/>
              </a:rPr>
              <a:t>Coast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3200400"/>
            <a:ext cx="2212848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BA3BC"/>
                </a:solidFill>
                <a:latin typeface="Calibri Light"/>
              </a:rPr>
              <a:t>A scanned cliff ring and rock enclosing the bay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AF2FA"/>
                </a:solidFill>
                <a:latin typeface="Calibri Light"/>
              </a:rPr>
              <a:t>The ocean is the core; everything else proves it is real and usable.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291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57C7E8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An ocean is a sum of waves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1005840" y="2185563"/>
            <a:ext cx="2834640" cy="292313"/>
          </a:xfrm>
          <a:custGeom>
            <a:avLst/>
            <a:gdLst/>
            <a:ahLst/>
            <a:cxnLst/>
            <a:rect l="l" t="t" r="r" b="b"/>
            <a:pathLst>
              <a:path w="2834640" h="292313">
                <a:moveTo>
                  <a:pt x="0" y="146157"/>
                </a:moveTo>
                <a:lnTo>
                  <a:pt x="20247" y="120033"/>
                </a:lnTo>
                <a:lnTo>
                  <a:pt x="40494" y="94749"/>
                </a:lnTo>
                <a:lnTo>
                  <a:pt x="60742" y="71117"/>
                </a:lnTo>
                <a:lnTo>
                  <a:pt x="80989" y="49897"/>
                </a:lnTo>
                <a:lnTo>
                  <a:pt x="101237" y="31771"/>
                </a:lnTo>
                <a:lnTo>
                  <a:pt x="121484" y="17322"/>
                </a:lnTo>
                <a:lnTo>
                  <a:pt x="141732" y="7013"/>
                </a:lnTo>
                <a:lnTo>
                  <a:pt x="161979" y="1177"/>
                </a:lnTo>
                <a:lnTo>
                  <a:pt x="182226" y="0"/>
                </a:lnTo>
                <a:lnTo>
                  <a:pt x="202474" y="3521"/>
                </a:lnTo>
                <a:lnTo>
                  <a:pt x="222721" y="11626"/>
                </a:lnTo>
                <a:lnTo>
                  <a:pt x="242969" y="24055"/>
                </a:lnTo>
                <a:lnTo>
                  <a:pt x="263216" y="40409"/>
                </a:lnTo>
                <a:lnTo>
                  <a:pt x="283464" y="60161"/>
                </a:lnTo>
                <a:lnTo>
                  <a:pt x="303711" y="82678"/>
                </a:lnTo>
                <a:lnTo>
                  <a:pt x="323958" y="107234"/>
                </a:lnTo>
                <a:lnTo>
                  <a:pt x="344206" y="133042"/>
                </a:lnTo>
                <a:lnTo>
                  <a:pt x="364453" y="159271"/>
                </a:lnTo>
                <a:lnTo>
                  <a:pt x="384701" y="185079"/>
                </a:lnTo>
                <a:lnTo>
                  <a:pt x="404948" y="209635"/>
                </a:lnTo>
                <a:lnTo>
                  <a:pt x="425196" y="232152"/>
                </a:lnTo>
                <a:lnTo>
                  <a:pt x="445443" y="251904"/>
                </a:lnTo>
                <a:lnTo>
                  <a:pt x="465690" y="268258"/>
                </a:lnTo>
                <a:lnTo>
                  <a:pt x="485938" y="280687"/>
                </a:lnTo>
                <a:lnTo>
                  <a:pt x="506185" y="288792"/>
                </a:lnTo>
                <a:lnTo>
                  <a:pt x="526433" y="292313"/>
                </a:lnTo>
                <a:lnTo>
                  <a:pt x="546680" y="291136"/>
                </a:lnTo>
                <a:lnTo>
                  <a:pt x="566928" y="285300"/>
                </a:lnTo>
                <a:lnTo>
                  <a:pt x="587175" y="274991"/>
                </a:lnTo>
                <a:lnTo>
                  <a:pt x="607422" y="260542"/>
                </a:lnTo>
                <a:lnTo>
                  <a:pt x="627670" y="242416"/>
                </a:lnTo>
                <a:lnTo>
                  <a:pt x="647917" y="221196"/>
                </a:lnTo>
                <a:lnTo>
                  <a:pt x="668165" y="197564"/>
                </a:lnTo>
                <a:lnTo>
                  <a:pt x="688412" y="172280"/>
                </a:lnTo>
                <a:lnTo>
                  <a:pt x="708660" y="146157"/>
                </a:lnTo>
                <a:lnTo>
                  <a:pt x="728907" y="120033"/>
                </a:lnTo>
                <a:lnTo>
                  <a:pt x="749154" y="94749"/>
                </a:lnTo>
                <a:lnTo>
                  <a:pt x="769402" y="71117"/>
                </a:lnTo>
                <a:lnTo>
                  <a:pt x="789649" y="49897"/>
                </a:lnTo>
                <a:lnTo>
                  <a:pt x="809897" y="31771"/>
                </a:lnTo>
                <a:lnTo>
                  <a:pt x="830144" y="17322"/>
                </a:lnTo>
                <a:lnTo>
                  <a:pt x="850392" y="7013"/>
                </a:lnTo>
                <a:lnTo>
                  <a:pt x="870639" y="1177"/>
                </a:lnTo>
                <a:lnTo>
                  <a:pt x="890886" y="0"/>
                </a:lnTo>
                <a:lnTo>
                  <a:pt x="911134" y="3521"/>
                </a:lnTo>
                <a:lnTo>
                  <a:pt x="931381" y="11626"/>
                </a:lnTo>
                <a:lnTo>
                  <a:pt x="951629" y="24055"/>
                </a:lnTo>
                <a:lnTo>
                  <a:pt x="971876" y="40409"/>
                </a:lnTo>
                <a:lnTo>
                  <a:pt x="992124" y="60161"/>
                </a:lnTo>
                <a:lnTo>
                  <a:pt x="1012371" y="82678"/>
                </a:lnTo>
                <a:lnTo>
                  <a:pt x="1032618" y="107234"/>
                </a:lnTo>
                <a:lnTo>
                  <a:pt x="1052866" y="133042"/>
                </a:lnTo>
                <a:lnTo>
                  <a:pt x="1073113" y="159271"/>
                </a:lnTo>
                <a:lnTo>
                  <a:pt x="1093361" y="185079"/>
                </a:lnTo>
                <a:lnTo>
                  <a:pt x="1113608" y="209635"/>
                </a:lnTo>
                <a:lnTo>
                  <a:pt x="1133856" y="232152"/>
                </a:lnTo>
                <a:lnTo>
                  <a:pt x="1154103" y="251904"/>
                </a:lnTo>
                <a:lnTo>
                  <a:pt x="1174350" y="268258"/>
                </a:lnTo>
                <a:lnTo>
                  <a:pt x="1194598" y="280687"/>
                </a:lnTo>
                <a:lnTo>
                  <a:pt x="1214845" y="288792"/>
                </a:lnTo>
                <a:lnTo>
                  <a:pt x="1235093" y="292313"/>
                </a:lnTo>
                <a:lnTo>
                  <a:pt x="1255340" y="291136"/>
                </a:lnTo>
                <a:lnTo>
                  <a:pt x="1275588" y="285300"/>
                </a:lnTo>
                <a:lnTo>
                  <a:pt x="1295835" y="274991"/>
                </a:lnTo>
                <a:lnTo>
                  <a:pt x="1316082" y="260542"/>
                </a:lnTo>
                <a:lnTo>
                  <a:pt x="1336330" y="242416"/>
                </a:lnTo>
                <a:lnTo>
                  <a:pt x="1356577" y="221196"/>
                </a:lnTo>
                <a:lnTo>
                  <a:pt x="1376825" y="197564"/>
                </a:lnTo>
                <a:lnTo>
                  <a:pt x="1397072" y="172280"/>
                </a:lnTo>
                <a:lnTo>
                  <a:pt x="1417320" y="146157"/>
                </a:lnTo>
                <a:lnTo>
                  <a:pt x="1437567" y="120033"/>
                </a:lnTo>
                <a:lnTo>
                  <a:pt x="1457814" y="94749"/>
                </a:lnTo>
                <a:lnTo>
                  <a:pt x="1478062" y="71117"/>
                </a:lnTo>
                <a:lnTo>
                  <a:pt x="1498309" y="49897"/>
                </a:lnTo>
                <a:lnTo>
                  <a:pt x="1518557" y="31771"/>
                </a:lnTo>
                <a:lnTo>
                  <a:pt x="1538804" y="17322"/>
                </a:lnTo>
                <a:lnTo>
                  <a:pt x="1559052" y="7013"/>
                </a:lnTo>
                <a:lnTo>
                  <a:pt x="1579299" y="1177"/>
                </a:lnTo>
                <a:lnTo>
                  <a:pt x="1599546" y="0"/>
                </a:lnTo>
                <a:lnTo>
                  <a:pt x="1619794" y="3521"/>
                </a:lnTo>
                <a:lnTo>
                  <a:pt x="1640041" y="11626"/>
                </a:lnTo>
                <a:lnTo>
                  <a:pt x="1660289" y="24055"/>
                </a:lnTo>
                <a:lnTo>
                  <a:pt x="1680536" y="40409"/>
                </a:lnTo>
                <a:lnTo>
                  <a:pt x="1700784" y="60161"/>
                </a:lnTo>
                <a:lnTo>
                  <a:pt x="1721031" y="82678"/>
                </a:lnTo>
                <a:lnTo>
                  <a:pt x="1741278" y="107234"/>
                </a:lnTo>
                <a:lnTo>
                  <a:pt x="1761526" y="133042"/>
                </a:lnTo>
                <a:lnTo>
                  <a:pt x="1781773" y="159271"/>
                </a:lnTo>
                <a:lnTo>
                  <a:pt x="1802021" y="185079"/>
                </a:lnTo>
                <a:lnTo>
                  <a:pt x="1822268" y="209635"/>
                </a:lnTo>
                <a:lnTo>
                  <a:pt x="1842516" y="232152"/>
                </a:lnTo>
                <a:lnTo>
                  <a:pt x="1862763" y="251904"/>
                </a:lnTo>
                <a:lnTo>
                  <a:pt x="1883010" y="268258"/>
                </a:lnTo>
                <a:lnTo>
                  <a:pt x="1903258" y="280687"/>
                </a:lnTo>
                <a:lnTo>
                  <a:pt x="1923505" y="288792"/>
                </a:lnTo>
                <a:lnTo>
                  <a:pt x="1943753" y="292313"/>
                </a:lnTo>
                <a:lnTo>
                  <a:pt x="1964000" y="291136"/>
                </a:lnTo>
                <a:lnTo>
                  <a:pt x="1984248" y="285300"/>
                </a:lnTo>
                <a:lnTo>
                  <a:pt x="2004495" y="274991"/>
                </a:lnTo>
                <a:lnTo>
                  <a:pt x="2024742" y="260542"/>
                </a:lnTo>
                <a:lnTo>
                  <a:pt x="2044990" y="242416"/>
                </a:lnTo>
                <a:lnTo>
                  <a:pt x="2065237" y="221196"/>
                </a:lnTo>
                <a:lnTo>
                  <a:pt x="2085485" y="197564"/>
                </a:lnTo>
                <a:lnTo>
                  <a:pt x="2105732" y="172280"/>
                </a:lnTo>
                <a:lnTo>
                  <a:pt x="2125980" y="146157"/>
                </a:lnTo>
                <a:lnTo>
                  <a:pt x="2146227" y="120033"/>
                </a:lnTo>
                <a:lnTo>
                  <a:pt x="2166474" y="94749"/>
                </a:lnTo>
                <a:lnTo>
                  <a:pt x="2186722" y="71117"/>
                </a:lnTo>
                <a:lnTo>
                  <a:pt x="2206969" y="49897"/>
                </a:lnTo>
                <a:lnTo>
                  <a:pt x="2227217" y="31771"/>
                </a:lnTo>
                <a:lnTo>
                  <a:pt x="2247464" y="17322"/>
                </a:lnTo>
                <a:lnTo>
                  <a:pt x="2267712" y="7013"/>
                </a:lnTo>
                <a:lnTo>
                  <a:pt x="2287959" y="1177"/>
                </a:lnTo>
                <a:lnTo>
                  <a:pt x="2308206" y="0"/>
                </a:lnTo>
                <a:lnTo>
                  <a:pt x="2328454" y="3521"/>
                </a:lnTo>
                <a:lnTo>
                  <a:pt x="2348701" y="11626"/>
                </a:lnTo>
                <a:lnTo>
                  <a:pt x="2368949" y="24055"/>
                </a:lnTo>
                <a:lnTo>
                  <a:pt x="2389196" y="40409"/>
                </a:lnTo>
                <a:lnTo>
                  <a:pt x="2409444" y="60161"/>
                </a:lnTo>
                <a:lnTo>
                  <a:pt x="2429691" y="82678"/>
                </a:lnTo>
                <a:lnTo>
                  <a:pt x="2449938" y="107234"/>
                </a:lnTo>
                <a:lnTo>
                  <a:pt x="2470186" y="133042"/>
                </a:lnTo>
                <a:lnTo>
                  <a:pt x="2490433" y="159271"/>
                </a:lnTo>
                <a:lnTo>
                  <a:pt x="2510681" y="185079"/>
                </a:lnTo>
                <a:lnTo>
                  <a:pt x="2530928" y="209635"/>
                </a:lnTo>
                <a:lnTo>
                  <a:pt x="2551176" y="232152"/>
                </a:lnTo>
                <a:lnTo>
                  <a:pt x="2571423" y="251904"/>
                </a:lnTo>
                <a:lnTo>
                  <a:pt x="2591670" y="268258"/>
                </a:lnTo>
                <a:lnTo>
                  <a:pt x="2611918" y="280687"/>
                </a:lnTo>
                <a:lnTo>
                  <a:pt x="2632165" y="288792"/>
                </a:lnTo>
                <a:lnTo>
                  <a:pt x="2652413" y="292313"/>
                </a:lnTo>
                <a:lnTo>
                  <a:pt x="2672660" y="291136"/>
                </a:lnTo>
                <a:lnTo>
                  <a:pt x="2692908" y="285300"/>
                </a:lnTo>
                <a:lnTo>
                  <a:pt x="2713155" y="274991"/>
                </a:lnTo>
                <a:lnTo>
                  <a:pt x="2733402" y="260542"/>
                </a:lnTo>
                <a:lnTo>
                  <a:pt x="2753650" y="242416"/>
                </a:lnTo>
                <a:lnTo>
                  <a:pt x="2773897" y="221196"/>
                </a:lnTo>
                <a:lnTo>
                  <a:pt x="2794145" y="197564"/>
                </a:lnTo>
                <a:lnTo>
                  <a:pt x="2814392" y="172280"/>
                </a:lnTo>
                <a:lnTo>
                  <a:pt x="2834640" y="146157"/>
                </a:lnTo>
              </a:path>
            </a:pathLst>
          </a:custGeom>
          <a:noFill/>
          <a:ln w="25400">
            <a:solidFill>
              <a:srgbClr val="8BA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005840" y="2697479"/>
            <a:ext cx="2834640" cy="402337"/>
          </a:xfrm>
          <a:custGeom>
            <a:avLst/>
            <a:gdLst/>
            <a:ahLst/>
            <a:cxnLst/>
            <a:rect l="l" t="t" r="r" b="b"/>
            <a:pathLst>
              <a:path w="2834640" h="402337">
                <a:moveTo>
                  <a:pt x="0" y="201169"/>
                </a:moveTo>
                <a:lnTo>
                  <a:pt x="20247" y="178645"/>
                </a:lnTo>
                <a:lnTo>
                  <a:pt x="40494" y="156404"/>
                </a:lnTo>
                <a:lnTo>
                  <a:pt x="60742" y="134727"/>
                </a:lnTo>
                <a:lnTo>
                  <a:pt x="80989" y="113885"/>
                </a:lnTo>
                <a:lnTo>
                  <a:pt x="101237" y="94141"/>
                </a:lnTo>
                <a:lnTo>
                  <a:pt x="121484" y="75742"/>
                </a:lnTo>
                <a:lnTo>
                  <a:pt x="141732" y="58921"/>
                </a:lnTo>
                <a:lnTo>
                  <a:pt x="161979" y="43889"/>
                </a:lnTo>
                <a:lnTo>
                  <a:pt x="182226" y="30835"/>
                </a:lnTo>
                <a:lnTo>
                  <a:pt x="202474" y="19922"/>
                </a:lnTo>
                <a:lnTo>
                  <a:pt x="222721" y="11289"/>
                </a:lnTo>
                <a:lnTo>
                  <a:pt x="242969" y="5044"/>
                </a:lnTo>
                <a:lnTo>
                  <a:pt x="263216" y="1265"/>
                </a:lnTo>
                <a:lnTo>
                  <a:pt x="283464" y="0"/>
                </a:lnTo>
                <a:lnTo>
                  <a:pt x="303711" y="1265"/>
                </a:lnTo>
                <a:lnTo>
                  <a:pt x="323958" y="5044"/>
                </a:lnTo>
                <a:lnTo>
                  <a:pt x="344206" y="11289"/>
                </a:lnTo>
                <a:lnTo>
                  <a:pt x="364453" y="19922"/>
                </a:lnTo>
                <a:lnTo>
                  <a:pt x="384701" y="30835"/>
                </a:lnTo>
                <a:lnTo>
                  <a:pt x="404948" y="43889"/>
                </a:lnTo>
                <a:lnTo>
                  <a:pt x="425196" y="58921"/>
                </a:lnTo>
                <a:lnTo>
                  <a:pt x="445443" y="75742"/>
                </a:lnTo>
                <a:lnTo>
                  <a:pt x="465690" y="94141"/>
                </a:lnTo>
                <a:lnTo>
                  <a:pt x="485938" y="113885"/>
                </a:lnTo>
                <a:lnTo>
                  <a:pt x="506185" y="134727"/>
                </a:lnTo>
                <a:lnTo>
                  <a:pt x="526433" y="156404"/>
                </a:lnTo>
                <a:lnTo>
                  <a:pt x="546680" y="178645"/>
                </a:lnTo>
                <a:lnTo>
                  <a:pt x="566928" y="201169"/>
                </a:lnTo>
                <a:lnTo>
                  <a:pt x="587175" y="223692"/>
                </a:lnTo>
                <a:lnTo>
                  <a:pt x="607422" y="245933"/>
                </a:lnTo>
                <a:lnTo>
                  <a:pt x="627670" y="267610"/>
                </a:lnTo>
                <a:lnTo>
                  <a:pt x="647917" y="288452"/>
                </a:lnTo>
                <a:lnTo>
                  <a:pt x="668165" y="308196"/>
                </a:lnTo>
                <a:lnTo>
                  <a:pt x="688412" y="326595"/>
                </a:lnTo>
                <a:lnTo>
                  <a:pt x="708660" y="343416"/>
                </a:lnTo>
                <a:lnTo>
                  <a:pt x="728907" y="358448"/>
                </a:lnTo>
                <a:lnTo>
                  <a:pt x="749154" y="371502"/>
                </a:lnTo>
                <a:lnTo>
                  <a:pt x="769402" y="382415"/>
                </a:lnTo>
                <a:lnTo>
                  <a:pt x="789649" y="391048"/>
                </a:lnTo>
                <a:lnTo>
                  <a:pt x="809897" y="397293"/>
                </a:lnTo>
                <a:lnTo>
                  <a:pt x="830144" y="401072"/>
                </a:lnTo>
                <a:lnTo>
                  <a:pt x="850392" y="402337"/>
                </a:lnTo>
                <a:lnTo>
                  <a:pt x="870639" y="401072"/>
                </a:lnTo>
                <a:lnTo>
                  <a:pt x="890886" y="397293"/>
                </a:lnTo>
                <a:lnTo>
                  <a:pt x="911134" y="391048"/>
                </a:lnTo>
                <a:lnTo>
                  <a:pt x="931381" y="382415"/>
                </a:lnTo>
                <a:lnTo>
                  <a:pt x="951629" y="371502"/>
                </a:lnTo>
                <a:lnTo>
                  <a:pt x="971876" y="358448"/>
                </a:lnTo>
                <a:lnTo>
                  <a:pt x="992124" y="343416"/>
                </a:lnTo>
                <a:lnTo>
                  <a:pt x="1012371" y="326595"/>
                </a:lnTo>
                <a:lnTo>
                  <a:pt x="1032618" y="308196"/>
                </a:lnTo>
                <a:lnTo>
                  <a:pt x="1052866" y="288452"/>
                </a:lnTo>
                <a:lnTo>
                  <a:pt x="1073113" y="267610"/>
                </a:lnTo>
                <a:lnTo>
                  <a:pt x="1093361" y="245933"/>
                </a:lnTo>
                <a:lnTo>
                  <a:pt x="1113608" y="223692"/>
                </a:lnTo>
                <a:lnTo>
                  <a:pt x="1133856" y="201169"/>
                </a:lnTo>
                <a:lnTo>
                  <a:pt x="1154103" y="178645"/>
                </a:lnTo>
                <a:lnTo>
                  <a:pt x="1174350" y="156404"/>
                </a:lnTo>
                <a:lnTo>
                  <a:pt x="1194598" y="134727"/>
                </a:lnTo>
                <a:lnTo>
                  <a:pt x="1214845" y="113885"/>
                </a:lnTo>
                <a:lnTo>
                  <a:pt x="1235093" y="94141"/>
                </a:lnTo>
                <a:lnTo>
                  <a:pt x="1255340" y="75742"/>
                </a:lnTo>
                <a:lnTo>
                  <a:pt x="1275588" y="58921"/>
                </a:lnTo>
                <a:lnTo>
                  <a:pt x="1295835" y="43889"/>
                </a:lnTo>
                <a:lnTo>
                  <a:pt x="1316082" y="30835"/>
                </a:lnTo>
                <a:lnTo>
                  <a:pt x="1336330" y="19922"/>
                </a:lnTo>
                <a:lnTo>
                  <a:pt x="1356577" y="11289"/>
                </a:lnTo>
                <a:lnTo>
                  <a:pt x="1376825" y="5044"/>
                </a:lnTo>
                <a:lnTo>
                  <a:pt x="1397072" y="1265"/>
                </a:lnTo>
                <a:lnTo>
                  <a:pt x="1417320" y="0"/>
                </a:lnTo>
                <a:lnTo>
                  <a:pt x="1437567" y="1265"/>
                </a:lnTo>
                <a:lnTo>
                  <a:pt x="1457814" y="5044"/>
                </a:lnTo>
                <a:lnTo>
                  <a:pt x="1478062" y="11289"/>
                </a:lnTo>
                <a:lnTo>
                  <a:pt x="1498309" y="19922"/>
                </a:lnTo>
                <a:lnTo>
                  <a:pt x="1518557" y="30835"/>
                </a:lnTo>
                <a:lnTo>
                  <a:pt x="1538804" y="43889"/>
                </a:lnTo>
                <a:lnTo>
                  <a:pt x="1559052" y="58921"/>
                </a:lnTo>
                <a:lnTo>
                  <a:pt x="1579299" y="75742"/>
                </a:lnTo>
                <a:lnTo>
                  <a:pt x="1599546" y="94141"/>
                </a:lnTo>
                <a:lnTo>
                  <a:pt x="1619794" y="113885"/>
                </a:lnTo>
                <a:lnTo>
                  <a:pt x="1640041" y="134727"/>
                </a:lnTo>
                <a:lnTo>
                  <a:pt x="1660289" y="156404"/>
                </a:lnTo>
                <a:lnTo>
                  <a:pt x="1680536" y="178645"/>
                </a:lnTo>
                <a:lnTo>
                  <a:pt x="1700784" y="201169"/>
                </a:lnTo>
                <a:lnTo>
                  <a:pt x="1721031" y="223692"/>
                </a:lnTo>
                <a:lnTo>
                  <a:pt x="1741278" y="245933"/>
                </a:lnTo>
                <a:lnTo>
                  <a:pt x="1761526" y="267610"/>
                </a:lnTo>
                <a:lnTo>
                  <a:pt x="1781773" y="288452"/>
                </a:lnTo>
                <a:lnTo>
                  <a:pt x="1802021" y="308196"/>
                </a:lnTo>
                <a:lnTo>
                  <a:pt x="1822268" y="326595"/>
                </a:lnTo>
                <a:lnTo>
                  <a:pt x="1842516" y="343416"/>
                </a:lnTo>
                <a:lnTo>
                  <a:pt x="1862763" y="358448"/>
                </a:lnTo>
                <a:lnTo>
                  <a:pt x="1883010" y="371502"/>
                </a:lnTo>
                <a:lnTo>
                  <a:pt x="1903258" y="382415"/>
                </a:lnTo>
                <a:lnTo>
                  <a:pt x="1923505" y="391048"/>
                </a:lnTo>
                <a:lnTo>
                  <a:pt x="1943753" y="397293"/>
                </a:lnTo>
                <a:lnTo>
                  <a:pt x="1964000" y="401072"/>
                </a:lnTo>
                <a:lnTo>
                  <a:pt x="1984248" y="402337"/>
                </a:lnTo>
                <a:lnTo>
                  <a:pt x="2004495" y="401072"/>
                </a:lnTo>
                <a:lnTo>
                  <a:pt x="2024742" y="397293"/>
                </a:lnTo>
                <a:lnTo>
                  <a:pt x="2044990" y="391048"/>
                </a:lnTo>
                <a:lnTo>
                  <a:pt x="2065237" y="382415"/>
                </a:lnTo>
                <a:lnTo>
                  <a:pt x="2085485" y="371502"/>
                </a:lnTo>
                <a:lnTo>
                  <a:pt x="2105732" y="358448"/>
                </a:lnTo>
                <a:lnTo>
                  <a:pt x="2125980" y="343416"/>
                </a:lnTo>
                <a:lnTo>
                  <a:pt x="2146227" y="326595"/>
                </a:lnTo>
                <a:lnTo>
                  <a:pt x="2166474" y="308196"/>
                </a:lnTo>
                <a:lnTo>
                  <a:pt x="2186722" y="288452"/>
                </a:lnTo>
                <a:lnTo>
                  <a:pt x="2206969" y="267610"/>
                </a:lnTo>
                <a:lnTo>
                  <a:pt x="2227217" y="245933"/>
                </a:lnTo>
                <a:lnTo>
                  <a:pt x="2247464" y="223692"/>
                </a:lnTo>
                <a:lnTo>
                  <a:pt x="2267712" y="201169"/>
                </a:lnTo>
                <a:lnTo>
                  <a:pt x="2287959" y="178645"/>
                </a:lnTo>
                <a:lnTo>
                  <a:pt x="2308206" y="156404"/>
                </a:lnTo>
                <a:lnTo>
                  <a:pt x="2328454" y="134727"/>
                </a:lnTo>
                <a:lnTo>
                  <a:pt x="2348701" y="113885"/>
                </a:lnTo>
                <a:lnTo>
                  <a:pt x="2368949" y="94141"/>
                </a:lnTo>
                <a:lnTo>
                  <a:pt x="2389196" y="75742"/>
                </a:lnTo>
                <a:lnTo>
                  <a:pt x="2409444" y="58921"/>
                </a:lnTo>
                <a:lnTo>
                  <a:pt x="2429691" y="43889"/>
                </a:lnTo>
                <a:lnTo>
                  <a:pt x="2449938" y="30835"/>
                </a:lnTo>
                <a:lnTo>
                  <a:pt x="2470186" y="19922"/>
                </a:lnTo>
                <a:lnTo>
                  <a:pt x="2490433" y="11289"/>
                </a:lnTo>
                <a:lnTo>
                  <a:pt x="2510681" y="5044"/>
                </a:lnTo>
                <a:lnTo>
                  <a:pt x="2530928" y="1265"/>
                </a:lnTo>
                <a:lnTo>
                  <a:pt x="2551176" y="0"/>
                </a:lnTo>
                <a:lnTo>
                  <a:pt x="2571423" y="1265"/>
                </a:lnTo>
                <a:lnTo>
                  <a:pt x="2591670" y="5044"/>
                </a:lnTo>
                <a:lnTo>
                  <a:pt x="2611918" y="11289"/>
                </a:lnTo>
                <a:lnTo>
                  <a:pt x="2632165" y="19922"/>
                </a:lnTo>
                <a:lnTo>
                  <a:pt x="2652413" y="30835"/>
                </a:lnTo>
                <a:lnTo>
                  <a:pt x="2672660" y="43889"/>
                </a:lnTo>
                <a:lnTo>
                  <a:pt x="2692908" y="58921"/>
                </a:lnTo>
                <a:lnTo>
                  <a:pt x="2713155" y="75742"/>
                </a:lnTo>
                <a:lnTo>
                  <a:pt x="2733402" y="94141"/>
                </a:lnTo>
                <a:lnTo>
                  <a:pt x="2753650" y="113885"/>
                </a:lnTo>
                <a:lnTo>
                  <a:pt x="2773897" y="134727"/>
                </a:lnTo>
                <a:lnTo>
                  <a:pt x="2794145" y="156404"/>
                </a:lnTo>
                <a:lnTo>
                  <a:pt x="2814392" y="178645"/>
                </a:lnTo>
                <a:lnTo>
                  <a:pt x="2834640" y="201169"/>
                </a:lnTo>
              </a:path>
            </a:pathLst>
          </a:custGeom>
          <a:noFill/>
          <a:ln w="25400">
            <a:solidFill>
              <a:srgbClr val="8BA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005840" y="3355958"/>
            <a:ext cx="2834640" cy="219235"/>
          </a:xfrm>
          <a:custGeom>
            <a:avLst/>
            <a:gdLst/>
            <a:ahLst/>
            <a:cxnLst/>
            <a:rect l="l" t="t" r="r" b="b"/>
            <a:pathLst>
              <a:path w="2834640" h="219235">
                <a:moveTo>
                  <a:pt x="0" y="109618"/>
                </a:moveTo>
                <a:lnTo>
                  <a:pt x="20247" y="80426"/>
                </a:lnTo>
                <a:lnTo>
                  <a:pt x="40494" y="53338"/>
                </a:lnTo>
                <a:lnTo>
                  <a:pt x="60742" y="30307"/>
                </a:lnTo>
                <a:lnTo>
                  <a:pt x="80989" y="12992"/>
                </a:lnTo>
                <a:lnTo>
                  <a:pt x="101237" y="2641"/>
                </a:lnTo>
                <a:lnTo>
                  <a:pt x="121484" y="0"/>
                </a:lnTo>
                <a:lnTo>
                  <a:pt x="141732" y="5260"/>
                </a:lnTo>
                <a:lnTo>
                  <a:pt x="161979" y="18041"/>
                </a:lnTo>
                <a:lnTo>
                  <a:pt x="182226" y="37423"/>
                </a:lnTo>
                <a:lnTo>
                  <a:pt x="202474" y="62008"/>
                </a:lnTo>
                <a:lnTo>
                  <a:pt x="222721" y="90025"/>
                </a:lnTo>
                <a:lnTo>
                  <a:pt x="242969" y="119453"/>
                </a:lnTo>
                <a:lnTo>
                  <a:pt x="263216" y="148173"/>
                </a:lnTo>
                <a:lnTo>
                  <a:pt x="283464" y="174114"/>
                </a:lnTo>
                <a:lnTo>
                  <a:pt x="303711" y="195406"/>
                </a:lnTo>
                <a:lnTo>
                  <a:pt x="323958" y="210515"/>
                </a:lnTo>
                <a:lnTo>
                  <a:pt x="344206" y="218352"/>
                </a:lnTo>
                <a:lnTo>
                  <a:pt x="364453" y="218352"/>
                </a:lnTo>
                <a:lnTo>
                  <a:pt x="384701" y="210515"/>
                </a:lnTo>
                <a:lnTo>
                  <a:pt x="404948" y="195406"/>
                </a:lnTo>
                <a:lnTo>
                  <a:pt x="425196" y="174114"/>
                </a:lnTo>
                <a:lnTo>
                  <a:pt x="445443" y="148173"/>
                </a:lnTo>
                <a:lnTo>
                  <a:pt x="465690" y="119453"/>
                </a:lnTo>
                <a:lnTo>
                  <a:pt x="485938" y="90025"/>
                </a:lnTo>
                <a:lnTo>
                  <a:pt x="506185" y="62008"/>
                </a:lnTo>
                <a:lnTo>
                  <a:pt x="526433" y="37423"/>
                </a:lnTo>
                <a:lnTo>
                  <a:pt x="546680" y="18041"/>
                </a:lnTo>
                <a:lnTo>
                  <a:pt x="566928" y="5260"/>
                </a:lnTo>
                <a:lnTo>
                  <a:pt x="587175" y="0"/>
                </a:lnTo>
                <a:lnTo>
                  <a:pt x="607422" y="2641"/>
                </a:lnTo>
                <a:lnTo>
                  <a:pt x="627670" y="12992"/>
                </a:lnTo>
                <a:lnTo>
                  <a:pt x="647917" y="30307"/>
                </a:lnTo>
                <a:lnTo>
                  <a:pt x="668165" y="53338"/>
                </a:lnTo>
                <a:lnTo>
                  <a:pt x="688412" y="80426"/>
                </a:lnTo>
                <a:lnTo>
                  <a:pt x="708660" y="109618"/>
                </a:lnTo>
                <a:lnTo>
                  <a:pt x="728907" y="138809"/>
                </a:lnTo>
                <a:lnTo>
                  <a:pt x="749154" y="165897"/>
                </a:lnTo>
                <a:lnTo>
                  <a:pt x="769402" y="188928"/>
                </a:lnTo>
                <a:lnTo>
                  <a:pt x="789649" y="206243"/>
                </a:lnTo>
                <a:lnTo>
                  <a:pt x="809897" y="216594"/>
                </a:lnTo>
                <a:lnTo>
                  <a:pt x="830144" y="219235"/>
                </a:lnTo>
                <a:lnTo>
                  <a:pt x="850392" y="213975"/>
                </a:lnTo>
                <a:lnTo>
                  <a:pt x="870639" y="201194"/>
                </a:lnTo>
                <a:lnTo>
                  <a:pt x="890886" y="181812"/>
                </a:lnTo>
                <a:lnTo>
                  <a:pt x="911134" y="157227"/>
                </a:lnTo>
                <a:lnTo>
                  <a:pt x="931381" y="129210"/>
                </a:lnTo>
                <a:lnTo>
                  <a:pt x="951629" y="99782"/>
                </a:lnTo>
                <a:lnTo>
                  <a:pt x="971876" y="71062"/>
                </a:lnTo>
                <a:lnTo>
                  <a:pt x="992124" y="45121"/>
                </a:lnTo>
                <a:lnTo>
                  <a:pt x="1012371" y="23829"/>
                </a:lnTo>
                <a:lnTo>
                  <a:pt x="1032618" y="8720"/>
                </a:lnTo>
                <a:lnTo>
                  <a:pt x="1052866" y="883"/>
                </a:lnTo>
                <a:lnTo>
                  <a:pt x="1073113" y="883"/>
                </a:lnTo>
                <a:lnTo>
                  <a:pt x="1093361" y="8720"/>
                </a:lnTo>
                <a:lnTo>
                  <a:pt x="1113608" y="23829"/>
                </a:lnTo>
                <a:lnTo>
                  <a:pt x="1133856" y="45121"/>
                </a:lnTo>
                <a:lnTo>
                  <a:pt x="1154103" y="71062"/>
                </a:lnTo>
                <a:lnTo>
                  <a:pt x="1174350" y="99782"/>
                </a:lnTo>
                <a:lnTo>
                  <a:pt x="1194598" y="129210"/>
                </a:lnTo>
                <a:lnTo>
                  <a:pt x="1214845" y="157227"/>
                </a:lnTo>
                <a:lnTo>
                  <a:pt x="1235093" y="181812"/>
                </a:lnTo>
                <a:lnTo>
                  <a:pt x="1255340" y="201194"/>
                </a:lnTo>
                <a:lnTo>
                  <a:pt x="1275588" y="213975"/>
                </a:lnTo>
                <a:lnTo>
                  <a:pt x="1295835" y="219235"/>
                </a:lnTo>
                <a:lnTo>
                  <a:pt x="1316082" y="216594"/>
                </a:lnTo>
                <a:lnTo>
                  <a:pt x="1336330" y="206243"/>
                </a:lnTo>
                <a:lnTo>
                  <a:pt x="1356577" y="188928"/>
                </a:lnTo>
                <a:lnTo>
                  <a:pt x="1376825" y="165897"/>
                </a:lnTo>
                <a:lnTo>
                  <a:pt x="1397072" y="138809"/>
                </a:lnTo>
                <a:lnTo>
                  <a:pt x="1417320" y="109618"/>
                </a:lnTo>
                <a:lnTo>
                  <a:pt x="1437567" y="80426"/>
                </a:lnTo>
                <a:lnTo>
                  <a:pt x="1457814" y="53338"/>
                </a:lnTo>
                <a:lnTo>
                  <a:pt x="1478062" y="30307"/>
                </a:lnTo>
                <a:lnTo>
                  <a:pt x="1498309" y="12992"/>
                </a:lnTo>
                <a:lnTo>
                  <a:pt x="1518557" y="2641"/>
                </a:lnTo>
                <a:lnTo>
                  <a:pt x="1538804" y="0"/>
                </a:lnTo>
                <a:lnTo>
                  <a:pt x="1559052" y="5260"/>
                </a:lnTo>
                <a:lnTo>
                  <a:pt x="1579299" y="18041"/>
                </a:lnTo>
                <a:lnTo>
                  <a:pt x="1599546" y="37423"/>
                </a:lnTo>
                <a:lnTo>
                  <a:pt x="1619794" y="62008"/>
                </a:lnTo>
                <a:lnTo>
                  <a:pt x="1640041" y="90025"/>
                </a:lnTo>
                <a:lnTo>
                  <a:pt x="1660289" y="119453"/>
                </a:lnTo>
                <a:lnTo>
                  <a:pt x="1680536" y="148173"/>
                </a:lnTo>
                <a:lnTo>
                  <a:pt x="1700784" y="174114"/>
                </a:lnTo>
                <a:lnTo>
                  <a:pt x="1721031" y="195406"/>
                </a:lnTo>
                <a:lnTo>
                  <a:pt x="1741278" y="210515"/>
                </a:lnTo>
                <a:lnTo>
                  <a:pt x="1761526" y="218352"/>
                </a:lnTo>
                <a:lnTo>
                  <a:pt x="1781773" y="218352"/>
                </a:lnTo>
                <a:lnTo>
                  <a:pt x="1802021" y="210515"/>
                </a:lnTo>
                <a:lnTo>
                  <a:pt x="1822268" y="195406"/>
                </a:lnTo>
                <a:lnTo>
                  <a:pt x="1842516" y="174114"/>
                </a:lnTo>
                <a:lnTo>
                  <a:pt x="1862763" y="148173"/>
                </a:lnTo>
                <a:lnTo>
                  <a:pt x="1883010" y="119453"/>
                </a:lnTo>
                <a:lnTo>
                  <a:pt x="1903258" y="90025"/>
                </a:lnTo>
                <a:lnTo>
                  <a:pt x="1923505" y="62008"/>
                </a:lnTo>
                <a:lnTo>
                  <a:pt x="1943753" y="37423"/>
                </a:lnTo>
                <a:lnTo>
                  <a:pt x="1964000" y="18041"/>
                </a:lnTo>
                <a:lnTo>
                  <a:pt x="1984248" y="5260"/>
                </a:lnTo>
                <a:lnTo>
                  <a:pt x="2004495" y="0"/>
                </a:lnTo>
                <a:lnTo>
                  <a:pt x="2024742" y="2641"/>
                </a:lnTo>
                <a:lnTo>
                  <a:pt x="2044990" y="12992"/>
                </a:lnTo>
                <a:lnTo>
                  <a:pt x="2065237" y="30307"/>
                </a:lnTo>
                <a:lnTo>
                  <a:pt x="2085485" y="53338"/>
                </a:lnTo>
                <a:lnTo>
                  <a:pt x="2105732" y="80426"/>
                </a:lnTo>
                <a:lnTo>
                  <a:pt x="2125980" y="109618"/>
                </a:lnTo>
                <a:lnTo>
                  <a:pt x="2146227" y="138809"/>
                </a:lnTo>
                <a:lnTo>
                  <a:pt x="2166474" y="165897"/>
                </a:lnTo>
                <a:lnTo>
                  <a:pt x="2186722" y="188928"/>
                </a:lnTo>
                <a:lnTo>
                  <a:pt x="2206969" y="206243"/>
                </a:lnTo>
                <a:lnTo>
                  <a:pt x="2227217" y="216594"/>
                </a:lnTo>
                <a:lnTo>
                  <a:pt x="2247464" y="219235"/>
                </a:lnTo>
                <a:lnTo>
                  <a:pt x="2267712" y="213975"/>
                </a:lnTo>
                <a:lnTo>
                  <a:pt x="2287959" y="201194"/>
                </a:lnTo>
                <a:lnTo>
                  <a:pt x="2308206" y="181812"/>
                </a:lnTo>
                <a:lnTo>
                  <a:pt x="2328454" y="157227"/>
                </a:lnTo>
                <a:lnTo>
                  <a:pt x="2348701" y="129210"/>
                </a:lnTo>
                <a:lnTo>
                  <a:pt x="2368949" y="99782"/>
                </a:lnTo>
                <a:lnTo>
                  <a:pt x="2389196" y="71062"/>
                </a:lnTo>
                <a:lnTo>
                  <a:pt x="2409444" y="45121"/>
                </a:lnTo>
                <a:lnTo>
                  <a:pt x="2429691" y="23829"/>
                </a:lnTo>
                <a:lnTo>
                  <a:pt x="2449938" y="8720"/>
                </a:lnTo>
                <a:lnTo>
                  <a:pt x="2470186" y="883"/>
                </a:lnTo>
                <a:lnTo>
                  <a:pt x="2490433" y="883"/>
                </a:lnTo>
                <a:lnTo>
                  <a:pt x="2510681" y="8720"/>
                </a:lnTo>
                <a:lnTo>
                  <a:pt x="2530928" y="23829"/>
                </a:lnTo>
                <a:lnTo>
                  <a:pt x="2551176" y="45121"/>
                </a:lnTo>
                <a:lnTo>
                  <a:pt x="2571423" y="71062"/>
                </a:lnTo>
                <a:lnTo>
                  <a:pt x="2591670" y="99782"/>
                </a:lnTo>
                <a:lnTo>
                  <a:pt x="2611918" y="129210"/>
                </a:lnTo>
                <a:lnTo>
                  <a:pt x="2632165" y="157227"/>
                </a:lnTo>
                <a:lnTo>
                  <a:pt x="2652413" y="181812"/>
                </a:lnTo>
                <a:lnTo>
                  <a:pt x="2672660" y="201194"/>
                </a:lnTo>
                <a:lnTo>
                  <a:pt x="2692908" y="213975"/>
                </a:lnTo>
                <a:lnTo>
                  <a:pt x="2713155" y="219235"/>
                </a:lnTo>
                <a:lnTo>
                  <a:pt x="2733402" y="216594"/>
                </a:lnTo>
                <a:lnTo>
                  <a:pt x="2753650" y="206243"/>
                </a:lnTo>
                <a:lnTo>
                  <a:pt x="2773897" y="188928"/>
                </a:lnTo>
                <a:lnTo>
                  <a:pt x="2794145" y="165897"/>
                </a:lnTo>
                <a:lnTo>
                  <a:pt x="2814392" y="138809"/>
                </a:lnTo>
                <a:lnTo>
                  <a:pt x="2834640" y="109618"/>
                </a:lnTo>
              </a:path>
            </a:pathLst>
          </a:custGeom>
          <a:noFill/>
          <a:ln w="25400">
            <a:solidFill>
              <a:srgbClr val="8BA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BA3BC"/>
                </a:solidFill>
                <a:latin typeface="Calibri"/>
              </a:rPr>
              <a:t>thousands of simple waves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468880"/>
            <a:ext cx="914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0" i="0">
                <a:solidFill>
                  <a:srgbClr val="57C7E8"/>
                </a:solidFill>
                <a:latin typeface="Calibri Light"/>
              </a:rPr>
              <a:t>Σ</a:t>
            </a:r>
          </a:p>
        </p:txBody>
      </p:sp>
      <p:sp>
        <p:nvSpPr>
          <p:cNvPr id="11" name="Chevron 10"/>
          <p:cNvSpPr/>
          <p:nvPr/>
        </p:nvSpPr>
        <p:spPr>
          <a:xfrm>
            <a:off x="4160520" y="2971800"/>
            <a:ext cx="457200" cy="310896"/>
          </a:xfrm>
          <a:prstGeom prst="chevron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5257800" y="2514968"/>
            <a:ext cx="4297680" cy="730783"/>
          </a:xfrm>
          <a:custGeom>
            <a:avLst/>
            <a:gdLst/>
            <a:ahLst/>
            <a:cxnLst/>
            <a:rect l="l" t="t" r="r" b="b"/>
            <a:pathLst>
              <a:path w="4297680" h="730783">
                <a:moveTo>
                  <a:pt x="0" y="365392"/>
                </a:moveTo>
                <a:lnTo>
                  <a:pt x="30697" y="332605"/>
                </a:lnTo>
                <a:lnTo>
                  <a:pt x="61395" y="300083"/>
                </a:lnTo>
                <a:lnTo>
                  <a:pt x="92093" y="268086"/>
                </a:lnTo>
                <a:lnTo>
                  <a:pt x="122790" y="236873"/>
                </a:lnTo>
                <a:lnTo>
                  <a:pt x="153488" y="206694"/>
                </a:lnTo>
                <a:lnTo>
                  <a:pt x="184186" y="177793"/>
                </a:lnTo>
                <a:lnTo>
                  <a:pt x="214884" y="150403"/>
                </a:lnTo>
                <a:lnTo>
                  <a:pt x="245581" y="124744"/>
                </a:lnTo>
                <a:lnTo>
                  <a:pt x="276279" y="101022"/>
                </a:lnTo>
                <a:lnTo>
                  <a:pt x="306977" y="79429"/>
                </a:lnTo>
                <a:lnTo>
                  <a:pt x="337674" y="60138"/>
                </a:lnTo>
                <a:lnTo>
                  <a:pt x="368372" y="43305"/>
                </a:lnTo>
                <a:lnTo>
                  <a:pt x="399070" y="29065"/>
                </a:lnTo>
                <a:lnTo>
                  <a:pt x="429768" y="17533"/>
                </a:lnTo>
                <a:lnTo>
                  <a:pt x="460465" y="8802"/>
                </a:lnTo>
                <a:lnTo>
                  <a:pt x="491163" y="2942"/>
                </a:lnTo>
                <a:lnTo>
                  <a:pt x="521861" y="0"/>
                </a:lnTo>
                <a:lnTo>
                  <a:pt x="552558" y="0"/>
                </a:lnTo>
                <a:lnTo>
                  <a:pt x="583256" y="2942"/>
                </a:lnTo>
                <a:lnTo>
                  <a:pt x="613954" y="8802"/>
                </a:lnTo>
                <a:lnTo>
                  <a:pt x="644652" y="17533"/>
                </a:lnTo>
                <a:lnTo>
                  <a:pt x="675349" y="29065"/>
                </a:lnTo>
                <a:lnTo>
                  <a:pt x="706047" y="43305"/>
                </a:lnTo>
                <a:lnTo>
                  <a:pt x="736745" y="60138"/>
                </a:lnTo>
                <a:lnTo>
                  <a:pt x="767442" y="79429"/>
                </a:lnTo>
                <a:lnTo>
                  <a:pt x="798140" y="101022"/>
                </a:lnTo>
                <a:lnTo>
                  <a:pt x="828838" y="124744"/>
                </a:lnTo>
                <a:lnTo>
                  <a:pt x="859536" y="150403"/>
                </a:lnTo>
                <a:lnTo>
                  <a:pt x="890233" y="177793"/>
                </a:lnTo>
                <a:lnTo>
                  <a:pt x="920931" y="206694"/>
                </a:lnTo>
                <a:lnTo>
                  <a:pt x="951629" y="236873"/>
                </a:lnTo>
                <a:lnTo>
                  <a:pt x="982326" y="268086"/>
                </a:lnTo>
                <a:lnTo>
                  <a:pt x="1013024" y="300083"/>
                </a:lnTo>
                <a:lnTo>
                  <a:pt x="1043722" y="332605"/>
                </a:lnTo>
                <a:lnTo>
                  <a:pt x="1074420" y="365392"/>
                </a:lnTo>
                <a:lnTo>
                  <a:pt x="1105117" y="398178"/>
                </a:lnTo>
                <a:lnTo>
                  <a:pt x="1135815" y="430700"/>
                </a:lnTo>
                <a:lnTo>
                  <a:pt x="1166513" y="462697"/>
                </a:lnTo>
                <a:lnTo>
                  <a:pt x="1197210" y="493910"/>
                </a:lnTo>
                <a:lnTo>
                  <a:pt x="1227908" y="524089"/>
                </a:lnTo>
                <a:lnTo>
                  <a:pt x="1258606" y="552990"/>
                </a:lnTo>
                <a:lnTo>
                  <a:pt x="1289304" y="580380"/>
                </a:lnTo>
                <a:lnTo>
                  <a:pt x="1320001" y="606039"/>
                </a:lnTo>
                <a:lnTo>
                  <a:pt x="1350699" y="629761"/>
                </a:lnTo>
                <a:lnTo>
                  <a:pt x="1381397" y="651354"/>
                </a:lnTo>
                <a:lnTo>
                  <a:pt x="1412094" y="670645"/>
                </a:lnTo>
                <a:lnTo>
                  <a:pt x="1442792" y="687478"/>
                </a:lnTo>
                <a:lnTo>
                  <a:pt x="1473490" y="701718"/>
                </a:lnTo>
                <a:lnTo>
                  <a:pt x="1504188" y="713250"/>
                </a:lnTo>
                <a:lnTo>
                  <a:pt x="1534885" y="721981"/>
                </a:lnTo>
                <a:lnTo>
                  <a:pt x="1565583" y="727841"/>
                </a:lnTo>
                <a:lnTo>
                  <a:pt x="1596281" y="730783"/>
                </a:lnTo>
                <a:lnTo>
                  <a:pt x="1626978" y="730783"/>
                </a:lnTo>
                <a:lnTo>
                  <a:pt x="1657676" y="727841"/>
                </a:lnTo>
                <a:lnTo>
                  <a:pt x="1688374" y="721981"/>
                </a:lnTo>
                <a:lnTo>
                  <a:pt x="1719072" y="713250"/>
                </a:lnTo>
                <a:lnTo>
                  <a:pt x="1749769" y="701718"/>
                </a:lnTo>
                <a:lnTo>
                  <a:pt x="1780467" y="687478"/>
                </a:lnTo>
                <a:lnTo>
                  <a:pt x="1811165" y="670645"/>
                </a:lnTo>
                <a:lnTo>
                  <a:pt x="1841862" y="651354"/>
                </a:lnTo>
                <a:lnTo>
                  <a:pt x="1872560" y="629761"/>
                </a:lnTo>
                <a:lnTo>
                  <a:pt x="1903258" y="606039"/>
                </a:lnTo>
                <a:lnTo>
                  <a:pt x="1933956" y="580380"/>
                </a:lnTo>
                <a:lnTo>
                  <a:pt x="1964653" y="552990"/>
                </a:lnTo>
                <a:lnTo>
                  <a:pt x="1995351" y="524089"/>
                </a:lnTo>
                <a:lnTo>
                  <a:pt x="2026049" y="493910"/>
                </a:lnTo>
                <a:lnTo>
                  <a:pt x="2056746" y="462697"/>
                </a:lnTo>
                <a:lnTo>
                  <a:pt x="2087444" y="430700"/>
                </a:lnTo>
                <a:lnTo>
                  <a:pt x="2118142" y="398178"/>
                </a:lnTo>
                <a:lnTo>
                  <a:pt x="2148840" y="365392"/>
                </a:lnTo>
                <a:lnTo>
                  <a:pt x="2179537" y="332605"/>
                </a:lnTo>
                <a:lnTo>
                  <a:pt x="2210235" y="300083"/>
                </a:lnTo>
                <a:lnTo>
                  <a:pt x="2240933" y="268086"/>
                </a:lnTo>
                <a:lnTo>
                  <a:pt x="2271630" y="236873"/>
                </a:lnTo>
                <a:lnTo>
                  <a:pt x="2302328" y="206694"/>
                </a:lnTo>
                <a:lnTo>
                  <a:pt x="2333026" y="177793"/>
                </a:lnTo>
                <a:lnTo>
                  <a:pt x="2363724" y="150403"/>
                </a:lnTo>
                <a:lnTo>
                  <a:pt x="2394421" y="124744"/>
                </a:lnTo>
                <a:lnTo>
                  <a:pt x="2425119" y="101022"/>
                </a:lnTo>
                <a:lnTo>
                  <a:pt x="2455817" y="79429"/>
                </a:lnTo>
                <a:lnTo>
                  <a:pt x="2486514" y="60138"/>
                </a:lnTo>
                <a:lnTo>
                  <a:pt x="2517212" y="43305"/>
                </a:lnTo>
                <a:lnTo>
                  <a:pt x="2547910" y="29065"/>
                </a:lnTo>
                <a:lnTo>
                  <a:pt x="2578608" y="17533"/>
                </a:lnTo>
                <a:lnTo>
                  <a:pt x="2609305" y="8802"/>
                </a:lnTo>
                <a:lnTo>
                  <a:pt x="2640003" y="2942"/>
                </a:lnTo>
                <a:lnTo>
                  <a:pt x="2670701" y="0"/>
                </a:lnTo>
                <a:lnTo>
                  <a:pt x="2701398" y="0"/>
                </a:lnTo>
                <a:lnTo>
                  <a:pt x="2732096" y="2942"/>
                </a:lnTo>
                <a:lnTo>
                  <a:pt x="2762794" y="8802"/>
                </a:lnTo>
                <a:lnTo>
                  <a:pt x="2793492" y="17533"/>
                </a:lnTo>
                <a:lnTo>
                  <a:pt x="2824189" y="29065"/>
                </a:lnTo>
                <a:lnTo>
                  <a:pt x="2854887" y="43305"/>
                </a:lnTo>
                <a:lnTo>
                  <a:pt x="2885585" y="60138"/>
                </a:lnTo>
                <a:lnTo>
                  <a:pt x="2916282" y="79429"/>
                </a:lnTo>
                <a:lnTo>
                  <a:pt x="2946980" y="101022"/>
                </a:lnTo>
                <a:lnTo>
                  <a:pt x="2977678" y="124744"/>
                </a:lnTo>
                <a:lnTo>
                  <a:pt x="3008375" y="150403"/>
                </a:lnTo>
                <a:lnTo>
                  <a:pt x="3039073" y="177793"/>
                </a:lnTo>
                <a:lnTo>
                  <a:pt x="3069771" y="206694"/>
                </a:lnTo>
                <a:lnTo>
                  <a:pt x="3100469" y="236873"/>
                </a:lnTo>
                <a:lnTo>
                  <a:pt x="3131166" y="268086"/>
                </a:lnTo>
                <a:lnTo>
                  <a:pt x="3161864" y="300083"/>
                </a:lnTo>
                <a:lnTo>
                  <a:pt x="3192562" y="332605"/>
                </a:lnTo>
                <a:lnTo>
                  <a:pt x="3223260" y="365392"/>
                </a:lnTo>
                <a:lnTo>
                  <a:pt x="3253957" y="398178"/>
                </a:lnTo>
                <a:lnTo>
                  <a:pt x="3284655" y="430700"/>
                </a:lnTo>
                <a:lnTo>
                  <a:pt x="3315353" y="462697"/>
                </a:lnTo>
                <a:lnTo>
                  <a:pt x="3346050" y="493910"/>
                </a:lnTo>
                <a:lnTo>
                  <a:pt x="3376748" y="524089"/>
                </a:lnTo>
                <a:lnTo>
                  <a:pt x="3407446" y="552990"/>
                </a:lnTo>
                <a:lnTo>
                  <a:pt x="3438144" y="580380"/>
                </a:lnTo>
                <a:lnTo>
                  <a:pt x="3468841" y="606039"/>
                </a:lnTo>
                <a:lnTo>
                  <a:pt x="3499539" y="629761"/>
                </a:lnTo>
                <a:lnTo>
                  <a:pt x="3530237" y="651354"/>
                </a:lnTo>
                <a:lnTo>
                  <a:pt x="3560934" y="670645"/>
                </a:lnTo>
                <a:lnTo>
                  <a:pt x="3591632" y="687478"/>
                </a:lnTo>
                <a:lnTo>
                  <a:pt x="3622330" y="701718"/>
                </a:lnTo>
                <a:lnTo>
                  <a:pt x="3653028" y="713250"/>
                </a:lnTo>
                <a:lnTo>
                  <a:pt x="3683725" y="721981"/>
                </a:lnTo>
                <a:lnTo>
                  <a:pt x="3714423" y="727841"/>
                </a:lnTo>
                <a:lnTo>
                  <a:pt x="3745121" y="730783"/>
                </a:lnTo>
                <a:lnTo>
                  <a:pt x="3775818" y="730783"/>
                </a:lnTo>
                <a:lnTo>
                  <a:pt x="3806516" y="727841"/>
                </a:lnTo>
                <a:lnTo>
                  <a:pt x="3837214" y="721981"/>
                </a:lnTo>
                <a:lnTo>
                  <a:pt x="3867912" y="713250"/>
                </a:lnTo>
                <a:lnTo>
                  <a:pt x="3898609" y="701718"/>
                </a:lnTo>
                <a:lnTo>
                  <a:pt x="3929307" y="687478"/>
                </a:lnTo>
                <a:lnTo>
                  <a:pt x="3960005" y="670645"/>
                </a:lnTo>
                <a:lnTo>
                  <a:pt x="3990702" y="651354"/>
                </a:lnTo>
                <a:lnTo>
                  <a:pt x="4021400" y="629761"/>
                </a:lnTo>
                <a:lnTo>
                  <a:pt x="4052098" y="606039"/>
                </a:lnTo>
                <a:lnTo>
                  <a:pt x="4082796" y="580380"/>
                </a:lnTo>
                <a:lnTo>
                  <a:pt x="4113493" y="552990"/>
                </a:lnTo>
                <a:lnTo>
                  <a:pt x="4144191" y="524089"/>
                </a:lnTo>
                <a:lnTo>
                  <a:pt x="4174889" y="493910"/>
                </a:lnTo>
                <a:lnTo>
                  <a:pt x="4205586" y="462697"/>
                </a:lnTo>
                <a:lnTo>
                  <a:pt x="4236284" y="430700"/>
                </a:lnTo>
                <a:lnTo>
                  <a:pt x="4266982" y="398178"/>
                </a:lnTo>
                <a:lnTo>
                  <a:pt x="4297680" y="365392"/>
                </a:lnTo>
              </a:path>
            </a:pathLst>
          </a:custGeom>
          <a:noFill/>
          <a:ln w="4064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257800" y="2514968"/>
            <a:ext cx="4297680" cy="730783"/>
          </a:xfrm>
          <a:custGeom>
            <a:avLst/>
            <a:gdLst/>
            <a:ahLst/>
            <a:cxnLst/>
            <a:rect l="l" t="t" r="r" b="b"/>
            <a:pathLst>
              <a:path w="4297680" h="730783">
                <a:moveTo>
                  <a:pt x="0" y="365392"/>
                </a:moveTo>
                <a:lnTo>
                  <a:pt x="30697" y="332605"/>
                </a:lnTo>
                <a:lnTo>
                  <a:pt x="61395" y="300083"/>
                </a:lnTo>
                <a:lnTo>
                  <a:pt x="92093" y="268086"/>
                </a:lnTo>
                <a:lnTo>
                  <a:pt x="122790" y="236873"/>
                </a:lnTo>
                <a:lnTo>
                  <a:pt x="153488" y="206694"/>
                </a:lnTo>
                <a:lnTo>
                  <a:pt x="184186" y="177793"/>
                </a:lnTo>
                <a:lnTo>
                  <a:pt x="214884" y="150403"/>
                </a:lnTo>
                <a:lnTo>
                  <a:pt x="245581" y="124744"/>
                </a:lnTo>
                <a:lnTo>
                  <a:pt x="276279" y="101022"/>
                </a:lnTo>
                <a:lnTo>
                  <a:pt x="306977" y="79429"/>
                </a:lnTo>
                <a:lnTo>
                  <a:pt x="337674" y="60138"/>
                </a:lnTo>
                <a:lnTo>
                  <a:pt x="368372" y="43305"/>
                </a:lnTo>
                <a:lnTo>
                  <a:pt x="399070" y="29065"/>
                </a:lnTo>
                <a:lnTo>
                  <a:pt x="429768" y="17533"/>
                </a:lnTo>
                <a:lnTo>
                  <a:pt x="460465" y="8802"/>
                </a:lnTo>
                <a:lnTo>
                  <a:pt x="491163" y="2942"/>
                </a:lnTo>
                <a:lnTo>
                  <a:pt x="521861" y="0"/>
                </a:lnTo>
                <a:lnTo>
                  <a:pt x="552558" y="0"/>
                </a:lnTo>
                <a:lnTo>
                  <a:pt x="583256" y="2942"/>
                </a:lnTo>
                <a:lnTo>
                  <a:pt x="613954" y="8802"/>
                </a:lnTo>
                <a:lnTo>
                  <a:pt x="644652" y="17533"/>
                </a:lnTo>
                <a:lnTo>
                  <a:pt x="675349" y="29065"/>
                </a:lnTo>
                <a:lnTo>
                  <a:pt x="706047" y="43305"/>
                </a:lnTo>
                <a:lnTo>
                  <a:pt x="736745" y="60138"/>
                </a:lnTo>
                <a:lnTo>
                  <a:pt x="767442" y="79429"/>
                </a:lnTo>
                <a:lnTo>
                  <a:pt x="798140" y="101022"/>
                </a:lnTo>
                <a:lnTo>
                  <a:pt x="828838" y="124744"/>
                </a:lnTo>
                <a:lnTo>
                  <a:pt x="859536" y="150403"/>
                </a:lnTo>
                <a:lnTo>
                  <a:pt x="890233" y="177793"/>
                </a:lnTo>
                <a:lnTo>
                  <a:pt x="920931" y="206694"/>
                </a:lnTo>
                <a:lnTo>
                  <a:pt x="951629" y="236873"/>
                </a:lnTo>
                <a:lnTo>
                  <a:pt x="982326" y="268086"/>
                </a:lnTo>
                <a:lnTo>
                  <a:pt x="1013024" y="300083"/>
                </a:lnTo>
                <a:lnTo>
                  <a:pt x="1043722" y="332605"/>
                </a:lnTo>
                <a:lnTo>
                  <a:pt x="1074420" y="365392"/>
                </a:lnTo>
                <a:lnTo>
                  <a:pt x="1105117" y="398178"/>
                </a:lnTo>
                <a:lnTo>
                  <a:pt x="1135815" y="430700"/>
                </a:lnTo>
                <a:lnTo>
                  <a:pt x="1166513" y="462697"/>
                </a:lnTo>
                <a:lnTo>
                  <a:pt x="1197210" y="493910"/>
                </a:lnTo>
                <a:lnTo>
                  <a:pt x="1227908" y="524089"/>
                </a:lnTo>
                <a:lnTo>
                  <a:pt x="1258606" y="552990"/>
                </a:lnTo>
                <a:lnTo>
                  <a:pt x="1289304" y="580380"/>
                </a:lnTo>
                <a:lnTo>
                  <a:pt x="1320001" y="606039"/>
                </a:lnTo>
                <a:lnTo>
                  <a:pt x="1350699" y="629761"/>
                </a:lnTo>
                <a:lnTo>
                  <a:pt x="1381397" y="651354"/>
                </a:lnTo>
                <a:lnTo>
                  <a:pt x="1412094" y="670645"/>
                </a:lnTo>
                <a:lnTo>
                  <a:pt x="1442792" y="687478"/>
                </a:lnTo>
                <a:lnTo>
                  <a:pt x="1473490" y="701718"/>
                </a:lnTo>
                <a:lnTo>
                  <a:pt x="1504188" y="713250"/>
                </a:lnTo>
                <a:lnTo>
                  <a:pt x="1534885" y="721981"/>
                </a:lnTo>
                <a:lnTo>
                  <a:pt x="1565583" y="727841"/>
                </a:lnTo>
                <a:lnTo>
                  <a:pt x="1596281" y="730783"/>
                </a:lnTo>
                <a:lnTo>
                  <a:pt x="1626978" y="730783"/>
                </a:lnTo>
                <a:lnTo>
                  <a:pt x="1657676" y="727841"/>
                </a:lnTo>
                <a:lnTo>
                  <a:pt x="1688374" y="721981"/>
                </a:lnTo>
                <a:lnTo>
                  <a:pt x="1719072" y="713250"/>
                </a:lnTo>
                <a:lnTo>
                  <a:pt x="1749769" y="701718"/>
                </a:lnTo>
                <a:lnTo>
                  <a:pt x="1780467" y="687478"/>
                </a:lnTo>
                <a:lnTo>
                  <a:pt x="1811165" y="670645"/>
                </a:lnTo>
                <a:lnTo>
                  <a:pt x="1841862" y="651354"/>
                </a:lnTo>
                <a:lnTo>
                  <a:pt x="1872560" y="629761"/>
                </a:lnTo>
                <a:lnTo>
                  <a:pt x="1903258" y="606039"/>
                </a:lnTo>
                <a:lnTo>
                  <a:pt x="1933956" y="580380"/>
                </a:lnTo>
                <a:lnTo>
                  <a:pt x="1964653" y="552990"/>
                </a:lnTo>
                <a:lnTo>
                  <a:pt x="1995351" y="524089"/>
                </a:lnTo>
                <a:lnTo>
                  <a:pt x="2026049" y="493910"/>
                </a:lnTo>
                <a:lnTo>
                  <a:pt x="2056746" y="462697"/>
                </a:lnTo>
                <a:lnTo>
                  <a:pt x="2087444" y="430700"/>
                </a:lnTo>
                <a:lnTo>
                  <a:pt x="2118142" y="398178"/>
                </a:lnTo>
                <a:lnTo>
                  <a:pt x="2148840" y="365392"/>
                </a:lnTo>
                <a:lnTo>
                  <a:pt x="2179537" y="332605"/>
                </a:lnTo>
                <a:lnTo>
                  <a:pt x="2210235" y="300083"/>
                </a:lnTo>
                <a:lnTo>
                  <a:pt x="2240933" y="268086"/>
                </a:lnTo>
                <a:lnTo>
                  <a:pt x="2271630" y="236873"/>
                </a:lnTo>
                <a:lnTo>
                  <a:pt x="2302328" y="206694"/>
                </a:lnTo>
                <a:lnTo>
                  <a:pt x="2333026" y="177793"/>
                </a:lnTo>
                <a:lnTo>
                  <a:pt x="2363724" y="150403"/>
                </a:lnTo>
                <a:lnTo>
                  <a:pt x="2394421" y="124744"/>
                </a:lnTo>
                <a:lnTo>
                  <a:pt x="2425119" y="101022"/>
                </a:lnTo>
                <a:lnTo>
                  <a:pt x="2455817" y="79429"/>
                </a:lnTo>
                <a:lnTo>
                  <a:pt x="2486514" y="60138"/>
                </a:lnTo>
                <a:lnTo>
                  <a:pt x="2517212" y="43305"/>
                </a:lnTo>
                <a:lnTo>
                  <a:pt x="2547910" y="29065"/>
                </a:lnTo>
                <a:lnTo>
                  <a:pt x="2578608" y="17533"/>
                </a:lnTo>
                <a:lnTo>
                  <a:pt x="2609305" y="8802"/>
                </a:lnTo>
                <a:lnTo>
                  <a:pt x="2640003" y="2942"/>
                </a:lnTo>
                <a:lnTo>
                  <a:pt x="2670701" y="0"/>
                </a:lnTo>
                <a:lnTo>
                  <a:pt x="2701398" y="0"/>
                </a:lnTo>
                <a:lnTo>
                  <a:pt x="2732096" y="2942"/>
                </a:lnTo>
                <a:lnTo>
                  <a:pt x="2762794" y="8802"/>
                </a:lnTo>
                <a:lnTo>
                  <a:pt x="2793492" y="17533"/>
                </a:lnTo>
                <a:lnTo>
                  <a:pt x="2824189" y="29065"/>
                </a:lnTo>
                <a:lnTo>
                  <a:pt x="2854887" y="43305"/>
                </a:lnTo>
                <a:lnTo>
                  <a:pt x="2885585" y="60138"/>
                </a:lnTo>
                <a:lnTo>
                  <a:pt x="2916282" y="79429"/>
                </a:lnTo>
                <a:lnTo>
                  <a:pt x="2946980" y="101022"/>
                </a:lnTo>
                <a:lnTo>
                  <a:pt x="2977678" y="124744"/>
                </a:lnTo>
                <a:lnTo>
                  <a:pt x="3008375" y="150403"/>
                </a:lnTo>
                <a:lnTo>
                  <a:pt x="3039073" y="177793"/>
                </a:lnTo>
                <a:lnTo>
                  <a:pt x="3069771" y="206694"/>
                </a:lnTo>
                <a:lnTo>
                  <a:pt x="3100469" y="236873"/>
                </a:lnTo>
                <a:lnTo>
                  <a:pt x="3131166" y="268086"/>
                </a:lnTo>
                <a:lnTo>
                  <a:pt x="3161864" y="300083"/>
                </a:lnTo>
                <a:lnTo>
                  <a:pt x="3192562" y="332605"/>
                </a:lnTo>
                <a:lnTo>
                  <a:pt x="3223260" y="365392"/>
                </a:lnTo>
                <a:lnTo>
                  <a:pt x="3253957" y="398178"/>
                </a:lnTo>
                <a:lnTo>
                  <a:pt x="3284655" y="430700"/>
                </a:lnTo>
                <a:lnTo>
                  <a:pt x="3315353" y="462697"/>
                </a:lnTo>
                <a:lnTo>
                  <a:pt x="3346050" y="493910"/>
                </a:lnTo>
                <a:lnTo>
                  <a:pt x="3376748" y="524089"/>
                </a:lnTo>
                <a:lnTo>
                  <a:pt x="3407446" y="552990"/>
                </a:lnTo>
                <a:lnTo>
                  <a:pt x="3438144" y="580380"/>
                </a:lnTo>
                <a:lnTo>
                  <a:pt x="3468841" y="606039"/>
                </a:lnTo>
                <a:lnTo>
                  <a:pt x="3499539" y="629761"/>
                </a:lnTo>
                <a:lnTo>
                  <a:pt x="3530237" y="651354"/>
                </a:lnTo>
                <a:lnTo>
                  <a:pt x="3560934" y="670645"/>
                </a:lnTo>
                <a:lnTo>
                  <a:pt x="3591632" y="687478"/>
                </a:lnTo>
                <a:lnTo>
                  <a:pt x="3622330" y="701718"/>
                </a:lnTo>
                <a:lnTo>
                  <a:pt x="3653028" y="713250"/>
                </a:lnTo>
                <a:lnTo>
                  <a:pt x="3683725" y="721981"/>
                </a:lnTo>
                <a:lnTo>
                  <a:pt x="3714423" y="727841"/>
                </a:lnTo>
                <a:lnTo>
                  <a:pt x="3745121" y="730783"/>
                </a:lnTo>
                <a:lnTo>
                  <a:pt x="3775818" y="730783"/>
                </a:lnTo>
                <a:lnTo>
                  <a:pt x="3806516" y="727841"/>
                </a:lnTo>
                <a:lnTo>
                  <a:pt x="3837214" y="721981"/>
                </a:lnTo>
                <a:lnTo>
                  <a:pt x="3867912" y="713250"/>
                </a:lnTo>
                <a:lnTo>
                  <a:pt x="3898609" y="701718"/>
                </a:lnTo>
                <a:lnTo>
                  <a:pt x="3929307" y="687478"/>
                </a:lnTo>
                <a:lnTo>
                  <a:pt x="3960005" y="670645"/>
                </a:lnTo>
                <a:lnTo>
                  <a:pt x="3990702" y="651354"/>
                </a:lnTo>
                <a:lnTo>
                  <a:pt x="4021400" y="629761"/>
                </a:lnTo>
                <a:lnTo>
                  <a:pt x="4052098" y="606039"/>
                </a:lnTo>
                <a:lnTo>
                  <a:pt x="4082796" y="580380"/>
                </a:lnTo>
                <a:lnTo>
                  <a:pt x="4113493" y="552990"/>
                </a:lnTo>
                <a:lnTo>
                  <a:pt x="4144191" y="524089"/>
                </a:lnTo>
                <a:lnTo>
                  <a:pt x="4174889" y="493910"/>
                </a:lnTo>
                <a:lnTo>
                  <a:pt x="4205586" y="462697"/>
                </a:lnTo>
                <a:lnTo>
                  <a:pt x="4236284" y="430700"/>
                </a:lnTo>
                <a:lnTo>
                  <a:pt x="4266982" y="398178"/>
                </a:lnTo>
                <a:lnTo>
                  <a:pt x="4297680" y="365392"/>
                </a:lnTo>
              </a:path>
            </a:pathLst>
          </a:custGeom>
          <a:noFill/>
          <a:ln w="4064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4114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7C7E8"/>
                </a:solidFill>
                <a:latin typeface="Calibri"/>
              </a:rPr>
              <a:t>one ocean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AF2FA"/>
                </a:solidFill>
                <a:latin typeface="Calibri Light"/>
              </a:rPr>
              <a:t>The mix of wave sizes comes from a real wind-wave spectrum  (Elfouhaily / IFREMER).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BA3BC"/>
                </a:solidFill>
                <a:latin typeface="Calibri"/>
              </a:rPr>
              <a:t>Bigger wind  →  bigger, longer waves.   We rebuild the whole surface every frame on the GPU.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291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57C7E8"/>
                </a:solidFill>
                <a:latin typeface="Calibri"/>
              </a:rPr>
              <a:t>HOW THE OCEAN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Five GPU stages, every frame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05740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6712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2316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7C7E8"/>
                </a:solidFill>
                <a:latin typeface="Calibri"/>
              </a:rPr>
              <a:t>RECIPE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898648"/>
            <a:ext cx="1664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Which waves exist, and how tall — from the spectrum</a:t>
            </a:r>
          </a:p>
        </p:txBody>
      </p:sp>
      <p:sp>
        <p:nvSpPr>
          <p:cNvPr id="10" name="Chevron 9"/>
          <p:cNvSpPr/>
          <p:nvPr/>
        </p:nvSpPr>
        <p:spPr>
          <a:xfrm>
            <a:off x="2862072" y="2793492"/>
            <a:ext cx="182880" cy="310896"/>
          </a:xfrm>
          <a:prstGeom prst="chevron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44952" y="205740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216712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42316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7C7E8"/>
                </a:solidFill>
                <a:latin typeface="Calibri"/>
              </a:rPr>
              <a:t>CLOCK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2898648"/>
            <a:ext cx="1664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Advance each wave in time at its own speed</a:t>
            </a:r>
          </a:p>
        </p:txBody>
      </p:sp>
      <p:sp>
        <p:nvSpPr>
          <p:cNvPr id="15" name="Chevron 14"/>
          <p:cNvSpPr/>
          <p:nvPr/>
        </p:nvSpPr>
        <p:spPr>
          <a:xfrm>
            <a:off x="5038344" y="2793492"/>
            <a:ext cx="182880" cy="310896"/>
          </a:xfrm>
          <a:prstGeom prst="chevron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1224" y="205740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216712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42316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7C7E8"/>
                </a:solidFill>
                <a:latin typeface="Calibri"/>
              </a:rPr>
              <a:t>MIX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898648"/>
            <a:ext cx="1664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Combine into this frame's wave field (+ choppiness)</a:t>
            </a:r>
          </a:p>
        </p:txBody>
      </p:sp>
      <p:sp>
        <p:nvSpPr>
          <p:cNvPr id="20" name="Chevron 19"/>
          <p:cNvSpPr/>
          <p:nvPr/>
        </p:nvSpPr>
        <p:spPr>
          <a:xfrm>
            <a:off x="7214616" y="2793492"/>
            <a:ext cx="182880" cy="310896"/>
          </a:xfrm>
          <a:prstGeom prst="chevron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205740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16712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42316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7C7E8"/>
                </a:solidFill>
                <a:latin typeface="Calibri"/>
              </a:rPr>
              <a:t>FFT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898648"/>
            <a:ext cx="1664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Sum all waves into a real surface — inverse FFT</a:t>
            </a:r>
          </a:p>
        </p:txBody>
      </p:sp>
      <p:sp>
        <p:nvSpPr>
          <p:cNvPr id="25" name="Chevron 24"/>
          <p:cNvSpPr/>
          <p:nvPr/>
        </p:nvSpPr>
        <p:spPr>
          <a:xfrm>
            <a:off x="9390888" y="2793492"/>
            <a:ext cx="182880" cy="310896"/>
          </a:xfrm>
          <a:prstGeom prst="chevron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2057400"/>
            <a:ext cx="1993392" cy="17830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2167128"/>
            <a:ext cx="1664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A3BC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423160"/>
            <a:ext cx="16642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7C7E8"/>
                </a:solidFill>
                <a:latin typeface="Calibri"/>
              </a:rPr>
              <a:t>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898648"/>
            <a:ext cx="1664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A3BC"/>
                </a:solidFill>
                <a:latin typeface="Calibri Light"/>
              </a:rPr>
              <a:t>Height map + surface tilt + foam, drawn on a 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7C7E8"/>
                </a:solidFill>
                <a:latin typeface="Calibri"/>
              </a:rPr>
              <a:t>Two parts worth highlighting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800600"/>
            <a:ext cx="5257800" cy="132588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94690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C0AE"/>
                </a:solidFill>
                <a:latin typeface="Calibri"/>
              </a:rPr>
              <a:t>Stockham FFT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12664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One step per dispatch instead of one big scratchpad —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no on-chip limit, so a true 512×512 (code supports 1024).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00600"/>
            <a:ext cx="4937760" cy="132588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9469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3C56A"/>
                </a:solidFill>
                <a:latin typeface="Calibri"/>
              </a:rPr>
              <a:t>Foam from the Jacobian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12664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Where a wave folds over itself, one number goes negative.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BA3BC"/>
                </a:solidFill>
                <a:latin typeface="Calibri Light"/>
              </a:rPr>
              <a:t>We paint foam there — whitecaps are physical, not faked.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291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57C7E8"/>
                </a:solidFill>
                <a:latin typeface="Calibri"/>
              </a:rPr>
              <a:t>WHY IT LOOKS LIKE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One rule: Fresnel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868680" y="4050791"/>
            <a:ext cx="5120640" cy="219457"/>
          </a:xfrm>
          <a:custGeom>
            <a:avLst/>
            <a:gdLst/>
            <a:ahLst/>
            <a:cxnLst/>
            <a:rect l="l" t="t" r="r" b="b"/>
            <a:pathLst>
              <a:path w="5120640" h="219457">
                <a:moveTo>
                  <a:pt x="0" y="109729"/>
                </a:moveTo>
                <a:lnTo>
                  <a:pt x="36576" y="85312"/>
                </a:lnTo>
                <a:lnTo>
                  <a:pt x="73152" y="62119"/>
                </a:lnTo>
                <a:lnTo>
                  <a:pt x="109727" y="41314"/>
                </a:lnTo>
                <a:lnTo>
                  <a:pt x="146303" y="23940"/>
                </a:lnTo>
                <a:lnTo>
                  <a:pt x="182880" y="10867"/>
                </a:lnTo>
                <a:lnTo>
                  <a:pt x="219456" y="2752"/>
                </a:lnTo>
                <a:lnTo>
                  <a:pt x="256032" y="0"/>
                </a:lnTo>
                <a:lnTo>
                  <a:pt x="292608" y="2752"/>
                </a:lnTo>
                <a:lnTo>
                  <a:pt x="329183" y="10867"/>
                </a:lnTo>
                <a:lnTo>
                  <a:pt x="365759" y="23940"/>
                </a:lnTo>
                <a:lnTo>
                  <a:pt x="402336" y="41314"/>
                </a:lnTo>
                <a:lnTo>
                  <a:pt x="438912" y="62119"/>
                </a:lnTo>
                <a:lnTo>
                  <a:pt x="475488" y="85312"/>
                </a:lnTo>
                <a:lnTo>
                  <a:pt x="512063" y="109729"/>
                </a:lnTo>
                <a:lnTo>
                  <a:pt x="548639" y="134145"/>
                </a:lnTo>
                <a:lnTo>
                  <a:pt x="585215" y="157338"/>
                </a:lnTo>
                <a:lnTo>
                  <a:pt x="621792" y="178143"/>
                </a:lnTo>
                <a:lnTo>
                  <a:pt x="658368" y="195517"/>
                </a:lnTo>
                <a:lnTo>
                  <a:pt x="694944" y="208590"/>
                </a:lnTo>
                <a:lnTo>
                  <a:pt x="731520" y="216705"/>
                </a:lnTo>
                <a:lnTo>
                  <a:pt x="768096" y="219457"/>
                </a:lnTo>
                <a:lnTo>
                  <a:pt x="804671" y="216705"/>
                </a:lnTo>
                <a:lnTo>
                  <a:pt x="841248" y="208590"/>
                </a:lnTo>
                <a:lnTo>
                  <a:pt x="877824" y="195517"/>
                </a:lnTo>
                <a:lnTo>
                  <a:pt x="914400" y="178143"/>
                </a:lnTo>
                <a:lnTo>
                  <a:pt x="950976" y="157338"/>
                </a:lnTo>
                <a:lnTo>
                  <a:pt x="987552" y="134145"/>
                </a:lnTo>
                <a:lnTo>
                  <a:pt x="1024127" y="109729"/>
                </a:lnTo>
                <a:lnTo>
                  <a:pt x="1060704" y="85312"/>
                </a:lnTo>
                <a:lnTo>
                  <a:pt x="1097280" y="62119"/>
                </a:lnTo>
                <a:lnTo>
                  <a:pt x="1133855" y="41314"/>
                </a:lnTo>
                <a:lnTo>
                  <a:pt x="1170431" y="23940"/>
                </a:lnTo>
                <a:lnTo>
                  <a:pt x="1207007" y="10867"/>
                </a:lnTo>
                <a:lnTo>
                  <a:pt x="1243583" y="2752"/>
                </a:lnTo>
                <a:lnTo>
                  <a:pt x="1280159" y="0"/>
                </a:lnTo>
                <a:lnTo>
                  <a:pt x="1316735" y="2752"/>
                </a:lnTo>
                <a:lnTo>
                  <a:pt x="1353311" y="10867"/>
                </a:lnTo>
                <a:lnTo>
                  <a:pt x="1389888" y="23940"/>
                </a:lnTo>
                <a:lnTo>
                  <a:pt x="1426464" y="41314"/>
                </a:lnTo>
                <a:lnTo>
                  <a:pt x="1463040" y="62119"/>
                </a:lnTo>
                <a:lnTo>
                  <a:pt x="1499616" y="85312"/>
                </a:lnTo>
                <a:lnTo>
                  <a:pt x="1536192" y="109729"/>
                </a:lnTo>
                <a:lnTo>
                  <a:pt x="1572768" y="134145"/>
                </a:lnTo>
                <a:lnTo>
                  <a:pt x="1609344" y="157338"/>
                </a:lnTo>
                <a:lnTo>
                  <a:pt x="1645920" y="178143"/>
                </a:lnTo>
                <a:lnTo>
                  <a:pt x="1682496" y="195517"/>
                </a:lnTo>
                <a:lnTo>
                  <a:pt x="1719071" y="208590"/>
                </a:lnTo>
                <a:lnTo>
                  <a:pt x="1755648" y="216705"/>
                </a:lnTo>
                <a:lnTo>
                  <a:pt x="1792223" y="219457"/>
                </a:lnTo>
                <a:lnTo>
                  <a:pt x="1828800" y="216705"/>
                </a:lnTo>
                <a:lnTo>
                  <a:pt x="1865375" y="208590"/>
                </a:lnTo>
                <a:lnTo>
                  <a:pt x="1901952" y="195517"/>
                </a:lnTo>
                <a:lnTo>
                  <a:pt x="1938527" y="178143"/>
                </a:lnTo>
                <a:lnTo>
                  <a:pt x="1975104" y="157338"/>
                </a:lnTo>
                <a:lnTo>
                  <a:pt x="2011679" y="134145"/>
                </a:lnTo>
                <a:lnTo>
                  <a:pt x="2048255" y="109729"/>
                </a:lnTo>
                <a:lnTo>
                  <a:pt x="2084831" y="85312"/>
                </a:lnTo>
                <a:lnTo>
                  <a:pt x="2121407" y="62119"/>
                </a:lnTo>
                <a:lnTo>
                  <a:pt x="2157983" y="41314"/>
                </a:lnTo>
                <a:lnTo>
                  <a:pt x="2194559" y="23940"/>
                </a:lnTo>
                <a:lnTo>
                  <a:pt x="2231135" y="10867"/>
                </a:lnTo>
                <a:lnTo>
                  <a:pt x="2267711" y="2752"/>
                </a:lnTo>
                <a:lnTo>
                  <a:pt x="2304288" y="0"/>
                </a:lnTo>
                <a:lnTo>
                  <a:pt x="2340864" y="2752"/>
                </a:lnTo>
                <a:lnTo>
                  <a:pt x="2377440" y="10867"/>
                </a:lnTo>
                <a:lnTo>
                  <a:pt x="2414016" y="23940"/>
                </a:lnTo>
                <a:lnTo>
                  <a:pt x="2450592" y="41314"/>
                </a:lnTo>
                <a:lnTo>
                  <a:pt x="2487168" y="62119"/>
                </a:lnTo>
                <a:lnTo>
                  <a:pt x="2523744" y="85312"/>
                </a:lnTo>
                <a:lnTo>
                  <a:pt x="2560320" y="109729"/>
                </a:lnTo>
                <a:lnTo>
                  <a:pt x="2596896" y="134145"/>
                </a:lnTo>
                <a:lnTo>
                  <a:pt x="2633471" y="157338"/>
                </a:lnTo>
                <a:lnTo>
                  <a:pt x="2670048" y="178143"/>
                </a:lnTo>
                <a:lnTo>
                  <a:pt x="2706624" y="195517"/>
                </a:lnTo>
                <a:lnTo>
                  <a:pt x="2743199" y="208590"/>
                </a:lnTo>
                <a:lnTo>
                  <a:pt x="2779775" y="216705"/>
                </a:lnTo>
                <a:lnTo>
                  <a:pt x="2816352" y="219457"/>
                </a:lnTo>
                <a:lnTo>
                  <a:pt x="2852928" y="216705"/>
                </a:lnTo>
                <a:lnTo>
                  <a:pt x="2889503" y="208590"/>
                </a:lnTo>
                <a:lnTo>
                  <a:pt x="2926079" y="195517"/>
                </a:lnTo>
                <a:lnTo>
                  <a:pt x="2962656" y="178143"/>
                </a:lnTo>
                <a:lnTo>
                  <a:pt x="2999231" y="157338"/>
                </a:lnTo>
                <a:lnTo>
                  <a:pt x="3035807" y="134145"/>
                </a:lnTo>
                <a:lnTo>
                  <a:pt x="3072383" y="109729"/>
                </a:lnTo>
                <a:lnTo>
                  <a:pt x="3108959" y="85312"/>
                </a:lnTo>
                <a:lnTo>
                  <a:pt x="3145535" y="62119"/>
                </a:lnTo>
                <a:lnTo>
                  <a:pt x="3182111" y="41314"/>
                </a:lnTo>
                <a:lnTo>
                  <a:pt x="3218688" y="23940"/>
                </a:lnTo>
                <a:lnTo>
                  <a:pt x="3255264" y="10867"/>
                </a:lnTo>
                <a:lnTo>
                  <a:pt x="3291840" y="2752"/>
                </a:lnTo>
                <a:lnTo>
                  <a:pt x="3328416" y="0"/>
                </a:lnTo>
                <a:lnTo>
                  <a:pt x="3364992" y="2752"/>
                </a:lnTo>
                <a:lnTo>
                  <a:pt x="3401568" y="10867"/>
                </a:lnTo>
                <a:lnTo>
                  <a:pt x="3438143" y="23940"/>
                </a:lnTo>
                <a:lnTo>
                  <a:pt x="3474720" y="41314"/>
                </a:lnTo>
                <a:lnTo>
                  <a:pt x="3511296" y="62119"/>
                </a:lnTo>
                <a:lnTo>
                  <a:pt x="3547871" y="85312"/>
                </a:lnTo>
                <a:lnTo>
                  <a:pt x="3584447" y="109729"/>
                </a:lnTo>
                <a:lnTo>
                  <a:pt x="3621024" y="134145"/>
                </a:lnTo>
                <a:lnTo>
                  <a:pt x="3657600" y="157338"/>
                </a:lnTo>
                <a:lnTo>
                  <a:pt x="3694176" y="178143"/>
                </a:lnTo>
                <a:lnTo>
                  <a:pt x="3730751" y="195517"/>
                </a:lnTo>
                <a:lnTo>
                  <a:pt x="3767328" y="208590"/>
                </a:lnTo>
                <a:lnTo>
                  <a:pt x="3803904" y="216705"/>
                </a:lnTo>
                <a:lnTo>
                  <a:pt x="3840479" y="219457"/>
                </a:lnTo>
                <a:lnTo>
                  <a:pt x="3877056" y="216705"/>
                </a:lnTo>
                <a:lnTo>
                  <a:pt x="3913632" y="208590"/>
                </a:lnTo>
                <a:lnTo>
                  <a:pt x="3950208" y="195517"/>
                </a:lnTo>
                <a:lnTo>
                  <a:pt x="3986784" y="178143"/>
                </a:lnTo>
                <a:lnTo>
                  <a:pt x="4023360" y="157338"/>
                </a:lnTo>
                <a:lnTo>
                  <a:pt x="4059936" y="134145"/>
                </a:lnTo>
                <a:lnTo>
                  <a:pt x="4096512" y="109729"/>
                </a:lnTo>
                <a:lnTo>
                  <a:pt x="4133088" y="85312"/>
                </a:lnTo>
                <a:lnTo>
                  <a:pt x="4169664" y="62119"/>
                </a:lnTo>
                <a:lnTo>
                  <a:pt x="4206240" y="41314"/>
                </a:lnTo>
                <a:lnTo>
                  <a:pt x="4242816" y="23940"/>
                </a:lnTo>
                <a:lnTo>
                  <a:pt x="4279392" y="10867"/>
                </a:lnTo>
                <a:lnTo>
                  <a:pt x="4315968" y="2752"/>
                </a:lnTo>
                <a:lnTo>
                  <a:pt x="4352544" y="0"/>
                </a:lnTo>
                <a:lnTo>
                  <a:pt x="4389120" y="2752"/>
                </a:lnTo>
                <a:lnTo>
                  <a:pt x="4425696" y="10867"/>
                </a:lnTo>
                <a:lnTo>
                  <a:pt x="4462272" y="23940"/>
                </a:lnTo>
                <a:lnTo>
                  <a:pt x="4498848" y="41314"/>
                </a:lnTo>
                <a:lnTo>
                  <a:pt x="4535423" y="62119"/>
                </a:lnTo>
                <a:lnTo>
                  <a:pt x="4572000" y="85312"/>
                </a:lnTo>
                <a:lnTo>
                  <a:pt x="4608576" y="109729"/>
                </a:lnTo>
                <a:lnTo>
                  <a:pt x="4645152" y="134145"/>
                </a:lnTo>
                <a:lnTo>
                  <a:pt x="4681727" y="157338"/>
                </a:lnTo>
                <a:lnTo>
                  <a:pt x="4718303" y="178143"/>
                </a:lnTo>
                <a:lnTo>
                  <a:pt x="4754880" y="195517"/>
                </a:lnTo>
                <a:lnTo>
                  <a:pt x="4791456" y="208590"/>
                </a:lnTo>
                <a:lnTo>
                  <a:pt x="4828032" y="216705"/>
                </a:lnTo>
                <a:lnTo>
                  <a:pt x="4864608" y="219457"/>
                </a:lnTo>
                <a:lnTo>
                  <a:pt x="4901184" y="216705"/>
                </a:lnTo>
                <a:lnTo>
                  <a:pt x="4937760" y="208590"/>
                </a:lnTo>
                <a:lnTo>
                  <a:pt x="4974336" y="195517"/>
                </a:lnTo>
                <a:lnTo>
                  <a:pt x="5010912" y="178143"/>
                </a:lnTo>
                <a:lnTo>
                  <a:pt x="5047488" y="157338"/>
                </a:lnTo>
                <a:lnTo>
                  <a:pt x="5084064" y="134145"/>
                </a:lnTo>
                <a:lnTo>
                  <a:pt x="5120640" y="109729"/>
                </a:lnTo>
              </a:path>
            </a:pathLst>
          </a:custGeom>
          <a:noFill/>
          <a:ln w="3048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10128" y="2212848"/>
            <a:ext cx="146304" cy="146304"/>
          </a:xfrm>
          <a:prstGeom prst="ellipse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2743200" y="2359152"/>
            <a:ext cx="640080" cy="1728216"/>
          </a:xfrm>
          <a:prstGeom prst="line">
            <a:avLst/>
          </a:prstGeom>
          <a:ln w="20320">
            <a:solidFill>
              <a:srgbClr val="8BA3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25880" y="438912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8BA3BC"/>
                </a:solidFill>
                <a:latin typeface="Calibri"/>
              </a:rPr>
              <a:t>head-on</a:t>
            </a:r>
          </a:p>
          <a:p>
            <a:pPr algn="ctr"/>
            <a:r>
              <a:rPr sz="1250" b="0" i="0">
                <a:solidFill>
                  <a:srgbClr val="8BA3BC"/>
                </a:solidFill>
                <a:latin typeface="Calibri"/>
              </a:rPr>
              <a:t>dark, see-through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359152"/>
            <a:ext cx="2286000" cy="1746504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438912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57C7E8"/>
                </a:solidFill>
                <a:latin typeface="Calibri"/>
              </a:rPr>
              <a:t>grazing</a:t>
            </a:r>
          </a:p>
          <a:p>
            <a:pPr algn="ctr"/>
            <a:r>
              <a:rPr sz="1250" b="0" i="0">
                <a:solidFill>
                  <a:srgbClr val="57C7E8"/>
                </a:solidFill>
                <a:latin typeface="Calibri"/>
              </a:rPr>
              <a:t>bright mirror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AF2FA"/>
                </a:solidFill>
                <a:latin typeface="Calibri Light"/>
              </a:rPr>
              <a:t>Blended by that one rule:</a:t>
            </a:r>
          </a:p>
        </p:txBody>
      </p:sp>
      <p:sp>
        <p:nvSpPr>
          <p:cNvPr id="13" name="Oval 12"/>
          <p:cNvSpPr/>
          <p:nvPr/>
        </p:nvSpPr>
        <p:spPr>
          <a:xfrm>
            <a:off x="6867144" y="2798064"/>
            <a:ext cx="109728" cy="109728"/>
          </a:xfrm>
          <a:prstGeom prst="ellipse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68833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EAF2FA"/>
                </a:solidFill>
                <a:latin typeface="Calibri Light"/>
              </a:rPr>
              <a:t>Sky reflection bounced off each wave</a:t>
            </a:r>
          </a:p>
        </p:txBody>
      </p:sp>
      <p:sp>
        <p:nvSpPr>
          <p:cNvPr id="15" name="Oval 14"/>
          <p:cNvSpPr/>
          <p:nvPr/>
        </p:nvSpPr>
        <p:spPr>
          <a:xfrm>
            <a:off x="6867144" y="3364992"/>
            <a:ext cx="109728" cy="109728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325526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EAF2FA"/>
                </a:solidFill>
                <a:latin typeface="Calibri Light"/>
              </a:rPr>
              <a:t>Depth-tinted body — navy in dips, teal at crests</a:t>
            </a:r>
          </a:p>
        </p:txBody>
      </p:sp>
      <p:sp>
        <p:nvSpPr>
          <p:cNvPr id="17" name="Oval 16"/>
          <p:cNvSpPr/>
          <p:nvPr/>
        </p:nvSpPr>
        <p:spPr>
          <a:xfrm>
            <a:off x="6867144" y="3931920"/>
            <a:ext cx="109728" cy="109728"/>
          </a:xfrm>
          <a:prstGeom prst="ellipse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382219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EAF2FA"/>
                </a:solidFill>
                <a:latin typeface="Calibri Light"/>
              </a:rPr>
              <a:t>Sun glint + broad shimmer</a:t>
            </a:r>
          </a:p>
        </p:txBody>
      </p:sp>
      <p:sp>
        <p:nvSpPr>
          <p:cNvPr id="19" name="Oval 18"/>
          <p:cNvSpPr/>
          <p:nvPr/>
        </p:nvSpPr>
        <p:spPr>
          <a:xfrm>
            <a:off x="6867144" y="4498848"/>
            <a:ext cx="109728" cy="109728"/>
          </a:xfrm>
          <a:prstGeom prst="ellipse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EAF2FA"/>
                </a:solidFill>
                <a:latin typeface="Calibri Light"/>
              </a:rPr>
              <a:t>Foam and distance haze</a:t>
            </a:r>
          </a:p>
        </p:txBody>
      </p:sp>
      <p:sp>
        <p:nvSpPr>
          <p:cNvPr id="21" name="Oval 20"/>
          <p:cNvSpPr/>
          <p:nvPr/>
        </p:nvSpPr>
        <p:spPr>
          <a:xfrm>
            <a:off x="6867144" y="5065776"/>
            <a:ext cx="109728" cy="109728"/>
          </a:xfrm>
          <a:prstGeom prst="ellipse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495604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EAF2FA"/>
                </a:solidFill>
                <a:latin typeface="Calibri Light"/>
              </a:rPr>
              <a:t>Composited in HDR, then tonemapped like a 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064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BA3BC"/>
                </a:solidFill>
                <a:latin typeface="Calibri"/>
              </a:rPr>
              <a:t>Reflections sample the sky cubemap per-pixel — cheap, stable, and reused to light the boats.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291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57C7E8"/>
                </a:solidFill>
                <a:latin typeface="Calibri"/>
              </a:rPr>
              <a:t>BOATS THAT LIVE IN THE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A two-way exchange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286000"/>
            <a:ext cx="4754880" cy="23317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8716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57C7E8"/>
                </a:solidFill>
                <a:latin typeface="Calibri"/>
              </a:rPr>
              <a:t>Water  →  Boat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EAF2FA"/>
                </a:solidFill>
                <a:latin typeface="Calibri Light"/>
              </a:rPr>
              <a:t>Sample the wave height under 15 points on the hull.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8BA3BC"/>
                </a:solidFill>
                <a:latin typeface="Calibri Light"/>
              </a:rPr>
              <a:t>Their average → how high it floats (a soft spring).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8BA3BC"/>
                </a:solidFill>
                <a:latin typeface="Calibri Light"/>
              </a:rPr>
              <a:t>The slope across the hull → pitch and roll.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286000"/>
            <a:ext cx="4754880" cy="233172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8716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AC0AE"/>
                </a:solidFill>
                <a:latin typeface="Calibri"/>
              </a:rPr>
              <a:t>Boat  →  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546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EAF2FA"/>
                </a:solidFill>
                <a:latin typeface="Calibri Light"/>
              </a:rPr>
              <a:t>A moving boat drops a ripple at its stern each frame.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657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8BA3BC"/>
                </a:solidFill>
                <a:latin typeface="Calibri Light"/>
              </a:rPr>
              <a:t>Fed into a second wave-equation sim (256×256);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8BA3BC"/>
                </a:solidFill>
                <a:latin typeface="Calibri Light"/>
              </a:rPr>
              <a:t>those ripples spread into the wake.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50992" y="2788920"/>
            <a:ext cx="841248" cy="384048"/>
          </a:xfrm>
          <a:prstGeom prst="rightArrow">
            <a:avLst/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5650992" y="3703320"/>
            <a:ext cx="841248" cy="384048"/>
          </a:xfrm>
          <a:prstGeom prst="leftArrow">
            <a:avLst/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29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AF2FA"/>
                </a:solidFill>
                <a:latin typeface="Calibri Light"/>
              </a:rPr>
              <a:t>Averaging is the trick:  a long ship spans many waves and rides smooth — the jet-ski feels every bump.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BA3BC"/>
                </a:solidFill>
                <a:latin typeface="Calibri"/>
              </a:rPr>
              <a:t>The FFT is the open-ocean swell;  the ripple sim adds local effects it can't make — wakes and splashes — on top.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291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57C7E8"/>
                </a:solidFill>
                <a:latin typeface="Calibri"/>
              </a:rPr>
              <a:t>MAKING IT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EAF2FA"/>
                </a:solidFill>
                <a:latin typeface="Calibri Light"/>
              </a:rPr>
              <a:t>Three decisions bought real-time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627632"/>
            <a:ext cx="1280159" cy="0"/>
          </a:xfrm>
          <a:prstGeom prst="line">
            <a:avLst/>
          </a:prstGeom>
          <a:ln w="2794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214884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3456432" cy="109728"/>
          </a:xfrm>
          <a:prstGeom prst="roundRect">
            <a:avLst>
              <a:gd name="adj" fmla="val 10000"/>
            </a:avLst>
          </a:prstGeom>
          <a:solidFill>
            <a:srgbClr val="57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4414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57C7E8"/>
                </a:solidFill>
                <a:latin typeface="Calibri Ligh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06324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AF2FA"/>
                </a:solidFill>
                <a:latin typeface="Calibri"/>
              </a:rPr>
              <a:t>Stockham FFT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566160"/>
            <a:ext cx="2944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BA3BC"/>
                </a:solidFill>
                <a:latin typeface="Calibri Light"/>
              </a:rPr>
              <a:t>Goes big without the scratchpad limit — a true 512×512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1144" y="214884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81144" y="2148840"/>
            <a:ext cx="3456432" cy="109728"/>
          </a:xfrm>
          <a:prstGeom prst="roundRect">
            <a:avLst>
              <a:gd name="adj" fmla="val 10000"/>
            </a:avLst>
          </a:prstGeom>
          <a:solidFill>
            <a:srgbClr val="2AC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7176" y="24414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C0AE"/>
                </a:solidFill>
                <a:latin typeface="Calibri Ligh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306324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AF2FA"/>
                </a:solidFill>
                <a:latin typeface="Calibri"/>
              </a:rPr>
              <a:t>No-stall readback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566160"/>
            <a:ext cx="2944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BA3BC"/>
                </a:solidFill>
                <a:latin typeface="Calibri Light"/>
              </a:rPr>
              <a:t>Boats read last frame's height, ready instantly. Naive 'read now' dropped us to ~55 FPS.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3607" y="2148840"/>
            <a:ext cx="3456432" cy="2468880"/>
          </a:xfrm>
          <a:prstGeom prst="roundRect">
            <a:avLst>
              <a:gd name="adj" fmla="val 10000"/>
            </a:avLst>
          </a:prstGeom>
          <a:solidFill>
            <a:srgbClr val="102A47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7" y="2148840"/>
            <a:ext cx="3456432" cy="109728"/>
          </a:xfrm>
          <a:prstGeom prst="roundRect">
            <a:avLst>
              <a:gd name="adj" fmla="val 10000"/>
            </a:avLst>
          </a:prstGeom>
          <a:solidFill>
            <a:srgbClr val="F3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39" y="24414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3C56A"/>
                </a:solidFill>
                <a:latin typeface="Calibri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39" y="306324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AF2FA"/>
                </a:solidFill>
                <a:latin typeface="Calibri"/>
              </a:rPr>
              <a:t>Rain on the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39" y="3566160"/>
            <a:ext cx="2944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BA3BC"/>
                </a:solidFill>
                <a:latin typeface="Calibri Light"/>
              </a:rPr>
              <a:t>120,000 drops: one compute update, two draw calls — almost no CPU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29200"/>
            <a:ext cx="10451592" cy="914400"/>
          </a:xfrm>
          <a:prstGeom prst="roundRect">
            <a:avLst>
              <a:gd name="adj" fmla="val 10000"/>
            </a:avLst>
          </a:prstGeom>
          <a:solidFill>
            <a:srgbClr val="123352"/>
          </a:solidFill>
          <a:ln w="15875">
            <a:solidFill>
              <a:srgbClr val="244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138928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57C7E8"/>
                </a:solidFill>
                <a:latin typeface="Calibri Light"/>
              </a:rPr>
              <a:t>~112 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029200"/>
            <a:ext cx="6949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AF2FA"/>
                </a:solidFill>
                <a:latin typeface="Calibri Light"/>
              </a:rPr>
              <a:t>on an RTX 3090 at 1024×768  ·  physics fixed at 1/60 s  ·  the heavy work stays on the GPU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1575" y="6291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BA3BC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291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BA3BC"/>
                </a:solidFill>
                <a:latin typeface="Calibri"/>
              </a:rPr>
              <a:t>RealWaterSimulator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C"/>
              </a:gs>
              <a:gs pos="100000">
                <a:srgbClr val="0612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47489"/>
            <a:ext cx="12191695" cy="329180"/>
          </a:xfrm>
          <a:custGeom>
            <a:avLst/>
            <a:gdLst/>
            <a:ahLst/>
            <a:cxnLst/>
            <a:rect l="l" t="t" r="r" b="b"/>
            <a:pathLst>
              <a:path w="12191695" h="329180">
                <a:moveTo>
                  <a:pt x="0" y="100495"/>
                </a:moveTo>
                <a:lnTo>
                  <a:pt x="87083" y="83282"/>
                </a:lnTo>
                <a:lnTo>
                  <a:pt x="174167" y="67174"/>
                </a:lnTo>
                <a:lnTo>
                  <a:pt x="261250" y="52391"/>
                </a:lnTo>
                <a:lnTo>
                  <a:pt x="348334" y="39134"/>
                </a:lnTo>
                <a:lnTo>
                  <a:pt x="435417" y="27583"/>
                </a:lnTo>
                <a:lnTo>
                  <a:pt x="522501" y="17895"/>
                </a:lnTo>
                <a:lnTo>
                  <a:pt x="609584" y="10203"/>
                </a:lnTo>
                <a:lnTo>
                  <a:pt x="696668" y="4611"/>
                </a:lnTo>
                <a:lnTo>
                  <a:pt x="783751" y="1194"/>
                </a:lnTo>
                <a:lnTo>
                  <a:pt x="870835" y="0"/>
                </a:lnTo>
                <a:lnTo>
                  <a:pt x="957918" y="1044"/>
                </a:lnTo>
                <a:lnTo>
                  <a:pt x="1045002" y="4312"/>
                </a:lnTo>
                <a:lnTo>
                  <a:pt x="1132085" y="9761"/>
                </a:lnTo>
                <a:lnTo>
                  <a:pt x="1219169" y="17315"/>
                </a:lnTo>
                <a:lnTo>
                  <a:pt x="1306253" y="26872"/>
                </a:lnTo>
                <a:lnTo>
                  <a:pt x="1393336" y="38302"/>
                </a:lnTo>
                <a:lnTo>
                  <a:pt x="1480420" y="51450"/>
                </a:lnTo>
                <a:lnTo>
                  <a:pt x="1567503" y="66137"/>
                </a:lnTo>
                <a:lnTo>
                  <a:pt x="1654587" y="82162"/>
                </a:lnTo>
                <a:lnTo>
                  <a:pt x="1741670" y="99309"/>
                </a:lnTo>
                <a:lnTo>
                  <a:pt x="1828754" y="117344"/>
                </a:lnTo>
                <a:lnTo>
                  <a:pt x="1915837" y="136021"/>
                </a:lnTo>
                <a:lnTo>
                  <a:pt x="2002921" y="155086"/>
                </a:lnTo>
                <a:lnTo>
                  <a:pt x="2090004" y="174281"/>
                </a:lnTo>
                <a:lnTo>
                  <a:pt x="2177088" y="193345"/>
                </a:lnTo>
                <a:lnTo>
                  <a:pt x="2264171" y="212017"/>
                </a:lnTo>
                <a:lnTo>
                  <a:pt x="2351255" y="230044"/>
                </a:lnTo>
                <a:lnTo>
                  <a:pt x="2438339" y="247181"/>
                </a:lnTo>
                <a:lnTo>
                  <a:pt x="2525422" y="263194"/>
                </a:lnTo>
                <a:lnTo>
                  <a:pt x="2612506" y="277867"/>
                </a:lnTo>
                <a:lnTo>
                  <a:pt x="2699589" y="290999"/>
                </a:lnTo>
                <a:lnTo>
                  <a:pt x="2786673" y="302411"/>
                </a:lnTo>
                <a:lnTo>
                  <a:pt x="2873756" y="311950"/>
                </a:lnTo>
                <a:lnTo>
                  <a:pt x="2960840" y="319484"/>
                </a:lnTo>
                <a:lnTo>
                  <a:pt x="3047923" y="324911"/>
                </a:lnTo>
                <a:lnTo>
                  <a:pt x="3135007" y="328158"/>
                </a:lnTo>
                <a:lnTo>
                  <a:pt x="3222090" y="329180"/>
                </a:lnTo>
                <a:lnTo>
                  <a:pt x="3309174" y="327964"/>
                </a:lnTo>
                <a:lnTo>
                  <a:pt x="3396257" y="324526"/>
                </a:lnTo>
                <a:lnTo>
                  <a:pt x="3483341" y="318913"/>
                </a:lnTo>
                <a:lnTo>
                  <a:pt x="3570425" y="311201"/>
                </a:lnTo>
                <a:lnTo>
                  <a:pt x="3657508" y="301494"/>
                </a:lnTo>
                <a:lnTo>
                  <a:pt x="3744592" y="289926"/>
                </a:lnTo>
                <a:lnTo>
                  <a:pt x="3831675" y="276653"/>
                </a:lnTo>
                <a:lnTo>
                  <a:pt x="3918759" y="261856"/>
                </a:lnTo>
                <a:lnTo>
                  <a:pt x="4005842" y="245737"/>
                </a:lnTo>
                <a:lnTo>
                  <a:pt x="4092926" y="228513"/>
                </a:lnTo>
                <a:lnTo>
                  <a:pt x="4180009" y="210420"/>
                </a:lnTo>
                <a:lnTo>
                  <a:pt x="4267093" y="191704"/>
                </a:lnTo>
                <a:lnTo>
                  <a:pt x="4354176" y="172619"/>
                </a:lnTo>
                <a:lnTo>
                  <a:pt x="4441260" y="153425"/>
                </a:lnTo>
                <a:lnTo>
                  <a:pt x="4528343" y="134383"/>
                </a:lnTo>
                <a:lnTo>
                  <a:pt x="4615427" y="115751"/>
                </a:lnTo>
                <a:lnTo>
                  <a:pt x="4702511" y="97784"/>
                </a:lnTo>
                <a:lnTo>
                  <a:pt x="4789594" y="80726"/>
                </a:lnTo>
                <a:lnTo>
                  <a:pt x="4876678" y="64808"/>
                </a:lnTo>
                <a:lnTo>
                  <a:pt x="4963761" y="50247"/>
                </a:lnTo>
                <a:lnTo>
                  <a:pt x="5050845" y="37241"/>
                </a:lnTo>
                <a:lnTo>
                  <a:pt x="5137928" y="25968"/>
                </a:lnTo>
                <a:lnTo>
                  <a:pt x="5225012" y="16579"/>
                </a:lnTo>
                <a:lnTo>
                  <a:pt x="5312095" y="9204"/>
                </a:lnTo>
                <a:lnTo>
                  <a:pt x="5399179" y="3942"/>
                </a:lnTo>
                <a:lnTo>
                  <a:pt x="5486262" y="865"/>
                </a:lnTo>
                <a:lnTo>
                  <a:pt x="5573346" y="15"/>
                </a:lnTo>
                <a:lnTo>
                  <a:pt x="5660429" y="1403"/>
                </a:lnTo>
                <a:lnTo>
                  <a:pt x="5747513" y="5010"/>
                </a:lnTo>
                <a:lnTo>
                  <a:pt x="5834596" y="10788"/>
                </a:lnTo>
                <a:lnTo>
                  <a:pt x="5921680" y="18658"/>
                </a:lnTo>
                <a:lnTo>
                  <a:pt x="6008764" y="28512"/>
                </a:lnTo>
                <a:lnTo>
                  <a:pt x="6095847" y="40218"/>
                </a:lnTo>
                <a:lnTo>
                  <a:pt x="6182931" y="53614"/>
                </a:lnTo>
                <a:lnTo>
                  <a:pt x="6270014" y="68520"/>
                </a:lnTo>
                <a:lnTo>
                  <a:pt x="6357098" y="84733"/>
                </a:lnTo>
                <a:lnTo>
                  <a:pt x="6444181" y="102032"/>
                </a:lnTo>
                <a:lnTo>
                  <a:pt x="6531265" y="120182"/>
                </a:lnTo>
                <a:lnTo>
                  <a:pt x="6618348" y="138935"/>
                </a:lnTo>
                <a:lnTo>
                  <a:pt x="6705432" y="158038"/>
                </a:lnTo>
                <a:lnTo>
                  <a:pt x="6792515" y="177229"/>
                </a:lnTo>
                <a:lnTo>
                  <a:pt x="6879599" y="196249"/>
                </a:lnTo>
                <a:lnTo>
                  <a:pt x="6966682" y="214838"/>
                </a:lnTo>
                <a:lnTo>
                  <a:pt x="7053766" y="232744"/>
                </a:lnTo>
                <a:lnTo>
                  <a:pt x="7140850" y="249723"/>
                </a:lnTo>
                <a:lnTo>
                  <a:pt x="7227933" y="265544"/>
                </a:lnTo>
                <a:lnTo>
                  <a:pt x="7315017" y="279992"/>
                </a:lnTo>
                <a:lnTo>
                  <a:pt x="7402100" y="292871"/>
                </a:lnTo>
                <a:lnTo>
                  <a:pt x="7489184" y="304004"/>
                </a:lnTo>
                <a:lnTo>
                  <a:pt x="7576267" y="313242"/>
                </a:lnTo>
                <a:lnTo>
                  <a:pt x="7663351" y="320458"/>
                </a:lnTo>
                <a:lnTo>
                  <a:pt x="7750434" y="325554"/>
                </a:lnTo>
                <a:lnTo>
                  <a:pt x="7837518" y="328461"/>
                </a:lnTo>
                <a:lnTo>
                  <a:pt x="7924601" y="329139"/>
                </a:lnTo>
                <a:lnTo>
                  <a:pt x="8011685" y="327579"/>
                </a:lnTo>
                <a:lnTo>
                  <a:pt x="8098768" y="323803"/>
                </a:lnTo>
                <a:lnTo>
                  <a:pt x="8185852" y="317861"/>
                </a:lnTo>
                <a:lnTo>
                  <a:pt x="8272936" y="309834"/>
                </a:lnTo>
                <a:lnTo>
                  <a:pt x="8360019" y="299832"/>
                </a:lnTo>
                <a:lnTo>
                  <a:pt x="8447103" y="287991"/>
                </a:lnTo>
                <a:lnTo>
                  <a:pt x="8534186" y="274471"/>
                </a:lnTo>
                <a:lnTo>
                  <a:pt x="8621270" y="259457"/>
                </a:lnTo>
                <a:lnTo>
                  <a:pt x="8708353" y="243153"/>
                </a:lnTo>
                <a:lnTo>
                  <a:pt x="8795437" y="225780"/>
                </a:lnTo>
                <a:lnTo>
                  <a:pt x="8882520" y="207575"/>
                </a:lnTo>
                <a:lnTo>
                  <a:pt x="8969604" y="188786"/>
                </a:lnTo>
                <a:lnTo>
                  <a:pt x="9056687" y="169667"/>
                </a:lnTo>
                <a:lnTo>
                  <a:pt x="9143771" y="150479"/>
                </a:lnTo>
                <a:lnTo>
                  <a:pt x="9230854" y="131483"/>
                </a:lnTo>
                <a:lnTo>
                  <a:pt x="9317938" y="112938"/>
                </a:lnTo>
                <a:lnTo>
                  <a:pt x="9405022" y="95095"/>
                </a:lnTo>
                <a:lnTo>
                  <a:pt x="9492105" y="78197"/>
                </a:lnTo>
                <a:lnTo>
                  <a:pt x="9579189" y="62474"/>
                </a:lnTo>
                <a:lnTo>
                  <a:pt x="9666272" y="48140"/>
                </a:lnTo>
                <a:lnTo>
                  <a:pt x="9753356" y="35390"/>
                </a:lnTo>
                <a:lnTo>
                  <a:pt x="9840439" y="24397"/>
                </a:lnTo>
                <a:lnTo>
                  <a:pt x="9927523" y="15311"/>
                </a:lnTo>
                <a:lnTo>
                  <a:pt x="10014606" y="8255"/>
                </a:lnTo>
                <a:lnTo>
                  <a:pt x="10101690" y="3325"/>
                </a:lnTo>
                <a:lnTo>
                  <a:pt x="10188773" y="589"/>
                </a:lnTo>
                <a:lnTo>
                  <a:pt x="10275857" y="83"/>
                </a:lnTo>
                <a:lnTo>
                  <a:pt x="10362940" y="1814"/>
                </a:lnTo>
                <a:lnTo>
                  <a:pt x="10450024" y="5760"/>
                </a:lnTo>
                <a:lnTo>
                  <a:pt x="10537107" y="11865"/>
                </a:lnTo>
                <a:lnTo>
                  <a:pt x="10624191" y="20048"/>
                </a:lnTo>
                <a:lnTo>
                  <a:pt x="10711275" y="30196"/>
                </a:lnTo>
                <a:lnTo>
                  <a:pt x="10798358" y="42173"/>
                </a:lnTo>
                <a:lnTo>
                  <a:pt x="10885442" y="55814"/>
                </a:lnTo>
                <a:lnTo>
                  <a:pt x="10972525" y="70935"/>
                </a:lnTo>
                <a:lnTo>
                  <a:pt x="11059609" y="87329"/>
                </a:lnTo>
                <a:lnTo>
                  <a:pt x="11146692" y="104775"/>
                </a:lnTo>
                <a:lnTo>
                  <a:pt x="11233776" y="123034"/>
                </a:lnTo>
                <a:lnTo>
                  <a:pt x="11320859" y="141858"/>
                </a:lnTo>
                <a:lnTo>
                  <a:pt x="11407943" y="160991"/>
                </a:lnTo>
                <a:lnTo>
                  <a:pt x="11495026" y="180173"/>
                </a:lnTo>
                <a:lnTo>
                  <a:pt x="11582110" y="199143"/>
                </a:lnTo>
                <a:lnTo>
                  <a:pt x="11669193" y="217644"/>
                </a:lnTo>
                <a:lnTo>
                  <a:pt x="11756277" y="235423"/>
                </a:lnTo>
                <a:lnTo>
                  <a:pt x="11843361" y="252238"/>
                </a:lnTo>
                <a:lnTo>
                  <a:pt x="11930444" y="267861"/>
                </a:lnTo>
                <a:lnTo>
                  <a:pt x="12017528" y="282080"/>
                </a:lnTo>
                <a:lnTo>
                  <a:pt x="12104611" y="294701"/>
                </a:lnTo>
                <a:lnTo>
                  <a:pt x="12191695" y="305552"/>
                </a:lnTo>
              </a:path>
            </a:pathLst>
          </a:custGeom>
          <a:noFill/>
          <a:ln w="25400">
            <a:solidFill>
              <a:srgbClr val="1E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385873"/>
            <a:ext cx="12191695" cy="475373"/>
          </a:xfrm>
          <a:custGeom>
            <a:avLst/>
            <a:gdLst/>
            <a:ahLst/>
            <a:cxnLst/>
            <a:rect l="l" t="t" r="r" b="b"/>
            <a:pathLst>
              <a:path w="12191695" h="475373">
                <a:moveTo>
                  <a:pt x="0" y="25807"/>
                </a:moveTo>
                <a:lnTo>
                  <a:pt x="87083" y="16994"/>
                </a:lnTo>
                <a:lnTo>
                  <a:pt x="174167" y="9957"/>
                </a:lnTo>
                <a:lnTo>
                  <a:pt x="261250" y="4753"/>
                </a:lnTo>
                <a:lnTo>
                  <a:pt x="348334" y="1426"/>
                </a:lnTo>
                <a:lnTo>
                  <a:pt x="435417" y="0"/>
                </a:lnTo>
                <a:lnTo>
                  <a:pt x="522501" y="488"/>
                </a:lnTo>
                <a:lnTo>
                  <a:pt x="609584" y="2886"/>
                </a:lnTo>
                <a:lnTo>
                  <a:pt x="696668" y="7174"/>
                </a:lnTo>
                <a:lnTo>
                  <a:pt x="783751" y="13319"/>
                </a:lnTo>
                <a:lnTo>
                  <a:pt x="870835" y="21269"/>
                </a:lnTo>
                <a:lnTo>
                  <a:pt x="957918" y="30963"/>
                </a:lnTo>
                <a:lnTo>
                  <a:pt x="1045002" y="42320"/>
                </a:lnTo>
                <a:lnTo>
                  <a:pt x="1132085" y="55251"/>
                </a:lnTo>
                <a:lnTo>
                  <a:pt x="1219169" y="69651"/>
                </a:lnTo>
                <a:lnTo>
                  <a:pt x="1306253" y="85403"/>
                </a:lnTo>
                <a:lnTo>
                  <a:pt x="1393336" y="102381"/>
                </a:lnTo>
                <a:lnTo>
                  <a:pt x="1480420" y="120449"/>
                </a:lnTo>
                <a:lnTo>
                  <a:pt x="1567503" y="139461"/>
                </a:lnTo>
                <a:lnTo>
                  <a:pt x="1654587" y="159264"/>
                </a:lnTo>
                <a:lnTo>
                  <a:pt x="1741670" y="179698"/>
                </a:lnTo>
                <a:lnTo>
                  <a:pt x="1828754" y="200599"/>
                </a:lnTo>
                <a:lnTo>
                  <a:pt x="1915837" y="221799"/>
                </a:lnTo>
                <a:lnTo>
                  <a:pt x="2002921" y="243126"/>
                </a:lnTo>
                <a:lnTo>
                  <a:pt x="2090004" y="264410"/>
                </a:lnTo>
                <a:lnTo>
                  <a:pt x="2177088" y="285479"/>
                </a:lnTo>
                <a:lnTo>
                  <a:pt x="2264171" y="306162"/>
                </a:lnTo>
                <a:lnTo>
                  <a:pt x="2351255" y="326295"/>
                </a:lnTo>
                <a:lnTo>
                  <a:pt x="2438339" y="345714"/>
                </a:lnTo>
                <a:lnTo>
                  <a:pt x="2525422" y="364263"/>
                </a:lnTo>
                <a:lnTo>
                  <a:pt x="2612506" y="381793"/>
                </a:lnTo>
                <a:lnTo>
                  <a:pt x="2699589" y="398163"/>
                </a:lnTo>
                <a:lnTo>
                  <a:pt x="2786673" y="413241"/>
                </a:lnTo>
                <a:lnTo>
                  <a:pt x="2873756" y="426905"/>
                </a:lnTo>
                <a:lnTo>
                  <a:pt x="2960840" y="439046"/>
                </a:lnTo>
                <a:lnTo>
                  <a:pt x="3047923" y="449566"/>
                </a:lnTo>
                <a:lnTo>
                  <a:pt x="3135007" y="458379"/>
                </a:lnTo>
                <a:lnTo>
                  <a:pt x="3222090" y="465416"/>
                </a:lnTo>
                <a:lnTo>
                  <a:pt x="3309174" y="470620"/>
                </a:lnTo>
                <a:lnTo>
                  <a:pt x="3396257" y="473947"/>
                </a:lnTo>
                <a:lnTo>
                  <a:pt x="3483341" y="475373"/>
                </a:lnTo>
                <a:lnTo>
                  <a:pt x="3570425" y="474885"/>
                </a:lnTo>
                <a:lnTo>
                  <a:pt x="3657508" y="472487"/>
                </a:lnTo>
                <a:lnTo>
                  <a:pt x="3744592" y="468199"/>
                </a:lnTo>
                <a:lnTo>
                  <a:pt x="3831675" y="462054"/>
                </a:lnTo>
                <a:lnTo>
                  <a:pt x="3918759" y="454104"/>
                </a:lnTo>
                <a:lnTo>
                  <a:pt x="4005842" y="444410"/>
                </a:lnTo>
                <a:lnTo>
                  <a:pt x="4092926" y="433053"/>
                </a:lnTo>
                <a:lnTo>
                  <a:pt x="4180009" y="420122"/>
                </a:lnTo>
                <a:lnTo>
                  <a:pt x="4267093" y="405722"/>
                </a:lnTo>
                <a:lnTo>
                  <a:pt x="4354176" y="389970"/>
                </a:lnTo>
                <a:lnTo>
                  <a:pt x="4441260" y="372992"/>
                </a:lnTo>
                <a:lnTo>
                  <a:pt x="4528343" y="354924"/>
                </a:lnTo>
                <a:lnTo>
                  <a:pt x="4615427" y="335912"/>
                </a:lnTo>
                <a:lnTo>
                  <a:pt x="4702511" y="316109"/>
                </a:lnTo>
                <a:lnTo>
                  <a:pt x="4789594" y="295675"/>
                </a:lnTo>
                <a:lnTo>
                  <a:pt x="4876678" y="274774"/>
                </a:lnTo>
                <a:lnTo>
                  <a:pt x="4963761" y="253574"/>
                </a:lnTo>
                <a:lnTo>
                  <a:pt x="5050845" y="232247"/>
                </a:lnTo>
                <a:lnTo>
                  <a:pt x="5137928" y="210963"/>
                </a:lnTo>
                <a:lnTo>
                  <a:pt x="5225012" y="189894"/>
                </a:lnTo>
                <a:lnTo>
                  <a:pt x="5312095" y="169211"/>
                </a:lnTo>
                <a:lnTo>
                  <a:pt x="5399179" y="149078"/>
                </a:lnTo>
                <a:lnTo>
                  <a:pt x="5486262" y="129659"/>
                </a:lnTo>
                <a:lnTo>
                  <a:pt x="5573346" y="111110"/>
                </a:lnTo>
                <a:lnTo>
                  <a:pt x="5660429" y="93580"/>
                </a:lnTo>
                <a:lnTo>
                  <a:pt x="5747513" y="77210"/>
                </a:lnTo>
                <a:lnTo>
                  <a:pt x="5834596" y="62132"/>
                </a:lnTo>
                <a:lnTo>
                  <a:pt x="5921680" y="48468"/>
                </a:lnTo>
                <a:lnTo>
                  <a:pt x="6008764" y="36327"/>
                </a:lnTo>
                <a:lnTo>
                  <a:pt x="6095847" y="25807"/>
                </a:lnTo>
                <a:lnTo>
                  <a:pt x="6182931" y="16994"/>
                </a:lnTo>
                <a:lnTo>
                  <a:pt x="6270014" y="9957"/>
                </a:lnTo>
                <a:lnTo>
                  <a:pt x="6357098" y="4753"/>
                </a:lnTo>
                <a:lnTo>
                  <a:pt x="6444181" y="1426"/>
                </a:lnTo>
                <a:lnTo>
                  <a:pt x="6531265" y="0"/>
                </a:lnTo>
                <a:lnTo>
                  <a:pt x="6618348" y="488"/>
                </a:lnTo>
                <a:lnTo>
                  <a:pt x="6705432" y="2886"/>
                </a:lnTo>
                <a:lnTo>
                  <a:pt x="6792515" y="7174"/>
                </a:lnTo>
                <a:lnTo>
                  <a:pt x="6879599" y="13319"/>
                </a:lnTo>
                <a:lnTo>
                  <a:pt x="6966682" y="21269"/>
                </a:lnTo>
                <a:lnTo>
                  <a:pt x="7053766" y="30963"/>
                </a:lnTo>
                <a:lnTo>
                  <a:pt x="7140850" y="42320"/>
                </a:lnTo>
                <a:lnTo>
                  <a:pt x="7227933" y="55251"/>
                </a:lnTo>
                <a:lnTo>
                  <a:pt x="7315017" y="69651"/>
                </a:lnTo>
                <a:lnTo>
                  <a:pt x="7402100" y="85403"/>
                </a:lnTo>
                <a:lnTo>
                  <a:pt x="7489184" y="102381"/>
                </a:lnTo>
                <a:lnTo>
                  <a:pt x="7576267" y="120449"/>
                </a:lnTo>
                <a:lnTo>
                  <a:pt x="7663351" y="139461"/>
                </a:lnTo>
                <a:lnTo>
                  <a:pt x="7750434" y="159264"/>
                </a:lnTo>
                <a:lnTo>
                  <a:pt x="7837518" y="179698"/>
                </a:lnTo>
                <a:lnTo>
                  <a:pt x="7924601" y="200599"/>
                </a:lnTo>
                <a:lnTo>
                  <a:pt x="8011685" y="221799"/>
                </a:lnTo>
                <a:lnTo>
                  <a:pt x="8098768" y="243126"/>
                </a:lnTo>
                <a:lnTo>
                  <a:pt x="8185852" y="264410"/>
                </a:lnTo>
                <a:lnTo>
                  <a:pt x="8272936" y="285479"/>
                </a:lnTo>
                <a:lnTo>
                  <a:pt x="8360019" y="306162"/>
                </a:lnTo>
                <a:lnTo>
                  <a:pt x="8447103" y="326295"/>
                </a:lnTo>
                <a:lnTo>
                  <a:pt x="8534186" y="345714"/>
                </a:lnTo>
                <a:lnTo>
                  <a:pt x="8621270" y="364263"/>
                </a:lnTo>
                <a:lnTo>
                  <a:pt x="8708353" y="381793"/>
                </a:lnTo>
                <a:lnTo>
                  <a:pt x="8795437" y="398163"/>
                </a:lnTo>
                <a:lnTo>
                  <a:pt x="8882520" y="413241"/>
                </a:lnTo>
                <a:lnTo>
                  <a:pt x="8969604" y="426905"/>
                </a:lnTo>
                <a:lnTo>
                  <a:pt x="9056687" y="439046"/>
                </a:lnTo>
                <a:lnTo>
                  <a:pt x="9143771" y="449566"/>
                </a:lnTo>
                <a:lnTo>
                  <a:pt x="9230854" y="458379"/>
                </a:lnTo>
                <a:lnTo>
                  <a:pt x="9317938" y="465416"/>
                </a:lnTo>
                <a:lnTo>
                  <a:pt x="9405022" y="470620"/>
                </a:lnTo>
                <a:lnTo>
                  <a:pt x="9492105" y="473947"/>
                </a:lnTo>
                <a:lnTo>
                  <a:pt x="9579189" y="475373"/>
                </a:lnTo>
                <a:lnTo>
                  <a:pt x="9666272" y="474885"/>
                </a:lnTo>
                <a:lnTo>
                  <a:pt x="9753356" y="472487"/>
                </a:lnTo>
                <a:lnTo>
                  <a:pt x="9840439" y="468199"/>
                </a:lnTo>
                <a:lnTo>
                  <a:pt x="9927523" y="462054"/>
                </a:lnTo>
                <a:lnTo>
                  <a:pt x="10014606" y="454104"/>
                </a:lnTo>
                <a:lnTo>
                  <a:pt x="10101690" y="444410"/>
                </a:lnTo>
                <a:lnTo>
                  <a:pt x="10188773" y="433053"/>
                </a:lnTo>
                <a:lnTo>
                  <a:pt x="10275857" y="420122"/>
                </a:lnTo>
                <a:lnTo>
                  <a:pt x="10362940" y="405722"/>
                </a:lnTo>
                <a:lnTo>
                  <a:pt x="10450024" y="389970"/>
                </a:lnTo>
                <a:lnTo>
                  <a:pt x="10537107" y="372992"/>
                </a:lnTo>
                <a:lnTo>
                  <a:pt x="10624191" y="354924"/>
                </a:lnTo>
                <a:lnTo>
                  <a:pt x="10711275" y="335912"/>
                </a:lnTo>
                <a:lnTo>
                  <a:pt x="10798358" y="316109"/>
                </a:lnTo>
                <a:lnTo>
                  <a:pt x="10885442" y="295675"/>
                </a:lnTo>
                <a:lnTo>
                  <a:pt x="10972525" y="274774"/>
                </a:lnTo>
                <a:lnTo>
                  <a:pt x="11059609" y="253574"/>
                </a:lnTo>
                <a:lnTo>
                  <a:pt x="11146692" y="232247"/>
                </a:lnTo>
                <a:lnTo>
                  <a:pt x="11233776" y="210963"/>
                </a:lnTo>
                <a:lnTo>
                  <a:pt x="11320859" y="189894"/>
                </a:lnTo>
                <a:lnTo>
                  <a:pt x="11407943" y="169211"/>
                </a:lnTo>
                <a:lnTo>
                  <a:pt x="11495026" y="149078"/>
                </a:lnTo>
                <a:lnTo>
                  <a:pt x="11582110" y="129659"/>
                </a:lnTo>
                <a:lnTo>
                  <a:pt x="11669193" y="111110"/>
                </a:lnTo>
                <a:lnTo>
                  <a:pt x="11756277" y="93580"/>
                </a:lnTo>
                <a:lnTo>
                  <a:pt x="11843361" y="77210"/>
                </a:lnTo>
                <a:lnTo>
                  <a:pt x="11930444" y="62132"/>
                </a:lnTo>
                <a:lnTo>
                  <a:pt x="12017528" y="48468"/>
                </a:lnTo>
                <a:lnTo>
                  <a:pt x="12104611" y="36327"/>
                </a:lnTo>
                <a:lnTo>
                  <a:pt x="12191695" y="25807"/>
                </a:lnTo>
              </a:path>
            </a:pathLst>
          </a:custGeom>
          <a:noFill/>
          <a:ln w="29209">
            <a:solidFill>
              <a:srgbClr val="2A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724222"/>
            <a:ext cx="12191695" cy="621714"/>
          </a:xfrm>
          <a:custGeom>
            <a:avLst/>
            <a:gdLst/>
            <a:ahLst/>
            <a:cxnLst/>
            <a:rect l="l" t="t" r="r" b="b"/>
            <a:pathLst>
              <a:path w="12191695" h="621714">
                <a:moveTo>
                  <a:pt x="0" y="310818"/>
                </a:moveTo>
                <a:lnTo>
                  <a:pt x="87083" y="289904"/>
                </a:lnTo>
                <a:lnTo>
                  <a:pt x="174167" y="269085"/>
                </a:lnTo>
                <a:lnTo>
                  <a:pt x="261250" y="248455"/>
                </a:lnTo>
                <a:lnTo>
                  <a:pt x="348334" y="228108"/>
                </a:lnTo>
                <a:lnTo>
                  <a:pt x="435417" y="208135"/>
                </a:lnTo>
                <a:lnTo>
                  <a:pt x="522501" y="188628"/>
                </a:lnTo>
                <a:lnTo>
                  <a:pt x="609584" y="169674"/>
                </a:lnTo>
                <a:lnTo>
                  <a:pt x="696668" y="151359"/>
                </a:lnTo>
                <a:lnTo>
                  <a:pt x="783751" y="133767"/>
                </a:lnTo>
                <a:lnTo>
                  <a:pt x="870835" y="116977"/>
                </a:lnTo>
                <a:lnTo>
                  <a:pt x="957918" y="101065"/>
                </a:lnTo>
                <a:lnTo>
                  <a:pt x="1045002" y="86103"/>
                </a:lnTo>
                <a:lnTo>
                  <a:pt x="1132085" y="72160"/>
                </a:lnTo>
                <a:lnTo>
                  <a:pt x="1219169" y="59297"/>
                </a:lnTo>
                <a:lnTo>
                  <a:pt x="1306253" y="47574"/>
                </a:lnTo>
                <a:lnTo>
                  <a:pt x="1393336" y="37044"/>
                </a:lnTo>
                <a:lnTo>
                  <a:pt x="1480420" y="27754"/>
                </a:lnTo>
                <a:lnTo>
                  <a:pt x="1567503" y="19746"/>
                </a:lnTo>
                <a:lnTo>
                  <a:pt x="1654587" y="13057"/>
                </a:lnTo>
                <a:lnTo>
                  <a:pt x="1741670" y="7716"/>
                </a:lnTo>
                <a:lnTo>
                  <a:pt x="1828754" y="3749"/>
                </a:lnTo>
                <a:lnTo>
                  <a:pt x="1915837" y="1173"/>
                </a:lnTo>
                <a:lnTo>
                  <a:pt x="2002921" y="0"/>
                </a:lnTo>
                <a:lnTo>
                  <a:pt x="2090004" y="235"/>
                </a:lnTo>
                <a:lnTo>
                  <a:pt x="2177088" y="1876"/>
                </a:lnTo>
                <a:lnTo>
                  <a:pt x="2264171" y="4918"/>
                </a:lnTo>
                <a:lnTo>
                  <a:pt x="2351255" y="9345"/>
                </a:lnTo>
                <a:lnTo>
                  <a:pt x="2438339" y="15138"/>
                </a:lnTo>
                <a:lnTo>
                  <a:pt x="2525422" y="22270"/>
                </a:lnTo>
                <a:lnTo>
                  <a:pt x="2612506" y="30710"/>
                </a:lnTo>
                <a:lnTo>
                  <a:pt x="2699589" y="40418"/>
                </a:lnTo>
                <a:lnTo>
                  <a:pt x="2786673" y="51352"/>
                </a:lnTo>
                <a:lnTo>
                  <a:pt x="2873756" y="63461"/>
                </a:lnTo>
                <a:lnTo>
                  <a:pt x="2960840" y="76691"/>
                </a:lnTo>
                <a:lnTo>
                  <a:pt x="3047923" y="90981"/>
                </a:lnTo>
                <a:lnTo>
                  <a:pt x="3135007" y="106267"/>
                </a:lnTo>
                <a:lnTo>
                  <a:pt x="3222090" y="122480"/>
                </a:lnTo>
                <a:lnTo>
                  <a:pt x="3309174" y="139546"/>
                </a:lnTo>
                <a:lnTo>
                  <a:pt x="3396257" y="157388"/>
                </a:lnTo>
                <a:lnTo>
                  <a:pt x="3483341" y="175925"/>
                </a:lnTo>
                <a:lnTo>
                  <a:pt x="3570425" y="195073"/>
                </a:lnTo>
                <a:lnTo>
                  <a:pt x="3657508" y="214745"/>
                </a:lnTo>
                <a:lnTo>
                  <a:pt x="3744592" y="234853"/>
                </a:lnTo>
                <a:lnTo>
                  <a:pt x="3831675" y="255305"/>
                </a:lnTo>
                <a:lnTo>
                  <a:pt x="3918759" y="276008"/>
                </a:lnTo>
                <a:lnTo>
                  <a:pt x="4005842" y="296869"/>
                </a:lnTo>
                <a:lnTo>
                  <a:pt x="4092926" y="317793"/>
                </a:lnTo>
                <a:lnTo>
                  <a:pt x="4180009" y="338686"/>
                </a:lnTo>
                <a:lnTo>
                  <a:pt x="4267093" y="359452"/>
                </a:lnTo>
                <a:lnTo>
                  <a:pt x="4354176" y="379998"/>
                </a:lnTo>
                <a:lnTo>
                  <a:pt x="4441260" y="400231"/>
                </a:lnTo>
                <a:lnTo>
                  <a:pt x="4528343" y="420059"/>
                </a:lnTo>
                <a:lnTo>
                  <a:pt x="4615427" y="439391"/>
                </a:lnTo>
                <a:lnTo>
                  <a:pt x="4702511" y="458141"/>
                </a:lnTo>
                <a:lnTo>
                  <a:pt x="4789594" y="476224"/>
                </a:lnTo>
                <a:lnTo>
                  <a:pt x="4876678" y="493558"/>
                </a:lnTo>
                <a:lnTo>
                  <a:pt x="4963761" y="510063"/>
                </a:lnTo>
                <a:lnTo>
                  <a:pt x="5050845" y="525666"/>
                </a:lnTo>
                <a:lnTo>
                  <a:pt x="5137928" y="540296"/>
                </a:lnTo>
                <a:lnTo>
                  <a:pt x="5225012" y="553886"/>
                </a:lnTo>
                <a:lnTo>
                  <a:pt x="5312095" y="566375"/>
                </a:lnTo>
                <a:lnTo>
                  <a:pt x="5399179" y="577706"/>
                </a:lnTo>
                <a:lnTo>
                  <a:pt x="5486262" y="587828"/>
                </a:lnTo>
                <a:lnTo>
                  <a:pt x="5573346" y="596695"/>
                </a:lnTo>
                <a:lnTo>
                  <a:pt x="5660429" y="604267"/>
                </a:lnTo>
                <a:lnTo>
                  <a:pt x="5747513" y="610510"/>
                </a:lnTo>
                <a:lnTo>
                  <a:pt x="5834596" y="615395"/>
                </a:lnTo>
                <a:lnTo>
                  <a:pt x="5921680" y="618900"/>
                </a:lnTo>
                <a:lnTo>
                  <a:pt x="6008764" y="621009"/>
                </a:lnTo>
                <a:lnTo>
                  <a:pt x="6095847" y="621714"/>
                </a:lnTo>
                <a:lnTo>
                  <a:pt x="6182931" y="621009"/>
                </a:lnTo>
                <a:lnTo>
                  <a:pt x="6270014" y="618900"/>
                </a:lnTo>
                <a:lnTo>
                  <a:pt x="6357098" y="615395"/>
                </a:lnTo>
                <a:lnTo>
                  <a:pt x="6444181" y="610510"/>
                </a:lnTo>
                <a:lnTo>
                  <a:pt x="6531265" y="604267"/>
                </a:lnTo>
                <a:lnTo>
                  <a:pt x="6618348" y="596695"/>
                </a:lnTo>
                <a:lnTo>
                  <a:pt x="6705432" y="587828"/>
                </a:lnTo>
                <a:lnTo>
                  <a:pt x="6792515" y="577706"/>
                </a:lnTo>
                <a:lnTo>
                  <a:pt x="6879599" y="566375"/>
                </a:lnTo>
                <a:lnTo>
                  <a:pt x="6966682" y="553886"/>
                </a:lnTo>
                <a:lnTo>
                  <a:pt x="7053766" y="540296"/>
                </a:lnTo>
                <a:lnTo>
                  <a:pt x="7140850" y="525666"/>
                </a:lnTo>
                <a:lnTo>
                  <a:pt x="7227933" y="510063"/>
                </a:lnTo>
                <a:lnTo>
                  <a:pt x="7315017" y="493558"/>
                </a:lnTo>
                <a:lnTo>
                  <a:pt x="7402100" y="476224"/>
                </a:lnTo>
                <a:lnTo>
                  <a:pt x="7489184" y="458141"/>
                </a:lnTo>
                <a:lnTo>
                  <a:pt x="7576267" y="439391"/>
                </a:lnTo>
                <a:lnTo>
                  <a:pt x="7663351" y="420059"/>
                </a:lnTo>
                <a:lnTo>
                  <a:pt x="7750434" y="400231"/>
                </a:lnTo>
                <a:lnTo>
                  <a:pt x="7837518" y="379998"/>
                </a:lnTo>
                <a:lnTo>
                  <a:pt x="7924601" y="359452"/>
                </a:lnTo>
                <a:lnTo>
                  <a:pt x="8011685" y="338686"/>
                </a:lnTo>
                <a:lnTo>
                  <a:pt x="8098768" y="317793"/>
                </a:lnTo>
                <a:lnTo>
                  <a:pt x="8185852" y="296869"/>
                </a:lnTo>
                <a:lnTo>
                  <a:pt x="8272936" y="276008"/>
                </a:lnTo>
                <a:lnTo>
                  <a:pt x="8360019" y="255305"/>
                </a:lnTo>
                <a:lnTo>
                  <a:pt x="8447103" y="234853"/>
                </a:lnTo>
                <a:lnTo>
                  <a:pt x="8534186" y="214745"/>
                </a:lnTo>
                <a:lnTo>
                  <a:pt x="8621270" y="195073"/>
                </a:lnTo>
                <a:lnTo>
                  <a:pt x="8708353" y="175925"/>
                </a:lnTo>
                <a:lnTo>
                  <a:pt x="8795437" y="157388"/>
                </a:lnTo>
                <a:lnTo>
                  <a:pt x="8882520" y="139546"/>
                </a:lnTo>
                <a:lnTo>
                  <a:pt x="8969604" y="122480"/>
                </a:lnTo>
                <a:lnTo>
                  <a:pt x="9056687" y="106267"/>
                </a:lnTo>
                <a:lnTo>
                  <a:pt x="9143771" y="90981"/>
                </a:lnTo>
                <a:lnTo>
                  <a:pt x="9230854" y="76691"/>
                </a:lnTo>
                <a:lnTo>
                  <a:pt x="9317938" y="63461"/>
                </a:lnTo>
                <a:lnTo>
                  <a:pt x="9405022" y="51352"/>
                </a:lnTo>
                <a:lnTo>
                  <a:pt x="9492105" y="40418"/>
                </a:lnTo>
                <a:lnTo>
                  <a:pt x="9579189" y="30710"/>
                </a:lnTo>
                <a:lnTo>
                  <a:pt x="9666272" y="22270"/>
                </a:lnTo>
                <a:lnTo>
                  <a:pt x="9753356" y="15138"/>
                </a:lnTo>
                <a:lnTo>
                  <a:pt x="9840439" y="9345"/>
                </a:lnTo>
                <a:lnTo>
                  <a:pt x="9927523" y="4918"/>
                </a:lnTo>
                <a:lnTo>
                  <a:pt x="10014606" y="1876"/>
                </a:lnTo>
                <a:lnTo>
                  <a:pt x="10101690" y="235"/>
                </a:lnTo>
                <a:lnTo>
                  <a:pt x="10188773" y="0"/>
                </a:lnTo>
                <a:lnTo>
                  <a:pt x="10275857" y="1173"/>
                </a:lnTo>
                <a:lnTo>
                  <a:pt x="10362940" y="3749"/>
                </a:lnTo>
                <a:lnTo>
                  <a:pt x="10450024" y="7716"/>
                </a:lnTo>
                <a:lnTo>
                  <a:pt x="10537107" y="13057"/>
                </a:lnTo>
                <a:lnTo>
                  <a:pt x="10624191" y="19746"/>
                </a:lnTo>
                <a:lnTo>
                  <a:pt x="10711275" y="27754"/>
                </a:lnTo>
                <a:lnTo>
                  <a:pt x="10798358" y="37044"/>
                </a:lnTo>
                <a:lnTo>
                  <a:pt x="10885442" y="47574"/>
                </a:lnTo>
                <a:lnTo>
                  <a:pt x="10972525" y="59297"/>
                </a:lnTo>
                <a:lnTo>
                  <a:pt x="11059609" y="72160"/>
                </a:lnTo>
                <a:lnTo>
                  <a:pt x="11146692" y="86103"/>
                </a:lnTo>
                <a:lnTo>
                  <a:pt x="11233776" y="101065"/>
                </a:lnTo>
                <a:lnTo>
                  <a:pt x="11320859" y="116977"/>
                </a:lnTo>
                <a:lnTo>
                  <a:pt x="11407943" y="133767"/>
                </a:lnTo>
                <a:lnTo>
                  <a:pt x="11495026" y="151359"/>
                </a:lnTo>
                <a:lnTo>
                  <a:pt x="11582110" y="169674"/>
                </a:lnTo>
                <a:lnTo>
                  <a:pt x="11669193" y="188628"/>
                </a:lnTo>
                <a:lnTo>
                  <a:pt x="11756277" y="208135"/>
                </a:lnTo>
                <a:lnTo>
                  <a:pt x="11843361" y="228108"/>
                </a:lnTo>
                <a:lnTo>
                  <a:pt x="11930444" y="248455"/>
                </a:lnTo>
                <a:lnTo>
                  <a:pt x="12017528" y="269085"/>
                </a:lnTo>
                <a:lnTo>
                  <a:pt x="12104611" y="289904"/>
                </a:lnTo>
                <a:lnTo>
                  <a:pt x="12191695" y="310818"/>
                </a:lnTo>
              </a:path>
            </a:pathLst>
          </a:custGeom>
          <a:noFill/>
          <a:ln w="38100">
            <a:solidFill>
              <a:srgbClr val="57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>
                <a:solidFill>
                  <a:srgbClr val="EAF2FA"/>
                </a:solidFill>
                <a:latin typeface="Calibri Light"/>
              </a:rPr>
              <a:t>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520440"/>
            <a:ext cx="1920240" cy="0"/>
          </a:xfrm>
          <a:prstGeom prst="line">
            <a:avLst/>
          </a:prstGeom>
          <a:ln w="31750">
            <a:solidFill>
              <a:srgbClr val="57C7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3749039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57C7E8"/>
                </a:solidFill>
                <a:latin typeface="Calibri Light"/>
              </a:rPr>
              <a:t>Drive the boat.  Turn calm into storm.  Sweep the sun.  Make it rain.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8BA3BC"/>
                </a:solidFill>
                <a:latin typeface="Calibri"/>
              </a:rPr>
              <a:t>Same FFT throughout — I'm only changing the wave recipe.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